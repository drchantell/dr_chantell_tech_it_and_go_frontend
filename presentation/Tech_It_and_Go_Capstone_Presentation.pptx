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06d05babb45d3" /><Relationship Type="http://schemas.openxmlformats.org/officeDocument/2006/relationships/extended-properties" Target="/docProps/app.xml" Id="Rd47fa7b3c7504533" /><Relationship Type="http://schemas.openxmlformats.org/officeDocument/2006/relationships/officeDocument" Target="/ppt/presentation.xml" Id="R95bb626f494e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66f967b0704d89"/>
  </p:sldMasterIdLst>
  <p:notesMasterIdLst>
    <p:notesMasterId xmlns:r="http://schemas.openxmlformats.org/officeDocument/2006/relationships" r:id="Rfea0de82e5b344ce"/>
  </p:notesMasterIdLst>
  <p:sldIdLst>
    <p:sldId xmlns:r="http://schemas.openxmlformats.org/officeDocument/2006/relationships" id="256" r:id="Ra8bad3a1c12741cb"/>
    <p:sldId xmlns:r="http://schemas.openxmlformats.org/officeDocument/2006/relationships" id="257" r:id="R58dfa46938e344cd"/>
    <p:sldId xmlns:r="http://schemas.openxmlformats.org/officeDocument/2006/relationships" id="258" r:id="R55a16214e7664a1e"/>
    <p:sldId xmlns:r="http://schemas.openxmlformats.org/officeDocument/2006/relationships" id="259" r:id="Rb3819426d7234826"/>
    <p:sldId xmlns:r="http://schemas.openxmlformats.org/officeDocument/2006/relationships" id="260" r:id="Rca1d029e34a14600"/>
    <p:sldId xmlns:r="http://schemas.openxmlformats.org/officeDocument/2006/relationships" id="261" r:id="R8120bea1325a4a58"/>
    <p:sldId xmlns:r="http://schemas.openxmlformats.org/officeDocument/2006/relationships" id="262" r:id="R89f011683811451f"/>
    <p:sldId xmlns:r="http://schemas.openxmlformats.org/officeDocument/2006/relationships" id="263" r:id="R98ddcf3b89f547c8"/>
    <p:sldId xmlns:r="http://schemas.openxmlformats.org/officeDocument/2006/relationships" id="264" r:id="R1ec377d7a24649ca"/>
    <p:sldId xmlns:r="http://schemas.openxmlformats.org/officeDocument/2006/relationships" id="265" r:id="R5c930544bdce4e98"/>
    <p:sldId xmlns:r="http://schemas.openxmlformats.org/officeDocument/2006/relationships" id="266" r:id="R1d4213dd7ca641d0"/>
    <p:sldId xmlns:r="http://schemas.openxmlformats.org/officeDocument/2006/relationships" id="267" r:id="R08cf1ae4f0be4299"/>
    <p:sldId xmlns:r="http://schemas.openxmlformats.org/officeDocument/2006/relationships" id="268" r:id="Rec80207cb8c34785"/>
    <p:sldId xmlns:r="http://schemas.openxmlformats.org/officeDocument/2006/relationships" id="269" r:id="R3e33158de7ac4072"/>
    <p:sldId xmlns:r="http://schemas.openxmlformats.org/officeDocument/2006/relationships" id="270" r:id="Rbece6950eadb41d9"/>
    <p:sldId xmlns:r="http://schemas.openxmlformats.org/officeDocument/2006/relationships" id="271" r:id="Re458fbccb5bc437d"/>
    <p:sldId xmlns:r="http://schemas.openxmlformats.org/officeDocument/2006/relationships" id="272" r:id="Rfdb930c571bd47c7"/>
    <p:sldId xmlns:r="http://schemas.openxmlformats.org/officeDocument/2006/relationships" id="273" r:id="Rfe26c89f8819428c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93c1edb1347c6" /><Relationship Type="http://schemas.openxmlformats.org/officeDocument/2006/relationships/slideMaster" Target="/ppt/slideMasters/slideMaster1.xml" Id="R8066f967b0704d89" /><Relationship Type="http://schemas.openxmlformats.org/officeDocument/2006/relationships/notesMaster" Target="/ppt/notesMasters/notesMaster1.xml" Id="Rfea0de82e5b344ce" /><Relationship Type="http://schemas.openxmlformats.org/officeDocument/2006/relationships/presProps" Target="/ppt/presProps.xml" Id="Re63de44e31a54df0" /><Relationship Type="http://schemas.openxmlformats.org/officeDocument/2006/relationships/viewProps" Target="/ppt/viewProps.xml" Id="Rdd0bc6a9b8ac4a6e" /><Relationship Type="http://schemas.openxmlformats.org/officeDocument/2006/relationships/tableStyles" Target="/ppt/tableStyles.xml" Id="R9ca7f2d8200d4a3c" /><Relationship Type="http://schemas.openxmlformats.org/officeDocument/2006/relationships/slide" Target="/ppt/slides/slide1.xml" Id="Ra8bad3a1c12741cb" /><Relationship Type="http://schemas.openxmlformats.org/officeDocument/2006/relationships/slide" Target="/ppt/slides/slide2.xml" Id="R58dfa46938e344cd" /><Relationship Type="http://schemas.openxmlformats.org/officeDocument/2006/relationships/slide" Target="/ppt/slides/slide3.xml" Id="R55a16214e7664a1e" /><Relationship Type="http://schemas.openxmlformats.org/officeDocument/2006/relationships/slide" Target="/ppt/slides/slide4.xml" Id="Rb3819426d7234826" /><Relationship Type="http://schemas.openxmlformats.org/officeDocument/2006/relationships/slide" Target="/ppt/slides/slide5.xml" Id="Rca1d029e34a14600" /><Relationship Type="http://schemas.openxmlformats.org/officeDocument/2006/relationships/slide" Target="/ppt/slides/slide6.xml" Id="R8120bea1325a4a58" /><Relationship Type="http://schemas.openxmlformats.org/officeDocument/2006/relationships/slide" Target="/ppt/slides/slide7.xml" Id="R89f011683811451f" /><Relationship Type="http://schemas.openxmlformats.org/officeDocument/2006/relationships/slide" Target="/ppt/slides/slide8.xml" Id="R98ddcf3b89f547c8" /><Relationship Type="http://schemas.openxmlformats.org/officeDocument/2006/relationships/slide" Target="/ppt/slides/slide9.xml" Id="R1ec377d7a24649ca" /><Relationship Type="http://schemas.openxmlformats.org/officeDocument/2006/relationships/slide" Target="/ppt/slides/slide10.xml" Id="R5c930544bdce4e98" /><Relationship Type="http://schemas.openxmlformats.org/officeDocument/2006/relationships/slide" Target="/ppt/slides/slide11.xml" Id="R1d4213dd7ca641d0" /><Relationship Type="http://schemas.openxmlformats.org/officeDocument/2006/relationships/slide" Target="/ppt/slides/slide12.xml" Id="R08cf1ae4f0be4299" /><Relationship Type="http://schemas.openxmlformats.org/officeDocument/2006/relationships/slide" Target="/ppt/slides/slide13.xml" Id="Rec80207cb8c34785" /><Relationship Type="http://schemas.openxmlformats.org/officeDocument/2006/relationships/slide" Target="/ppt/slides/slide14.xml" Id="R3e33158de7ac4072" /><Relationship Type="http://schemas.openxmlformats.org/officeDocument/2006/relationships/slide" Target="/ppt/slides/slide15.xml" Id="Rbece6950eadb41d9" /><Relationship Type="http://schemas.openxmlformats.org/officeDocument/2006/relationships/slide" Target="/ppt/slides/slide16.xml" Id="Re458fbccb5bc437d" /><Relationship Type="http://schemas.openxmlformats.org/officeDocument/2006/relationships/slide" Target="/ppt/slides/slide17.xml" Id="Rfdb930c571bd47c7" /><Relationship Type="http://schemas.openxmlformats.org/officeDocument/2006/relationships/slide" Target="/ppt/slides/slide18.xml" Id="Rfe26c89f8819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b95b1f944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751bae4684cc3" /><Relationship Type="http://schemas.openxmlformats.org/officeDocument/2006/relationships/notesMaster" Target="/ppt/notesMasters/notesMaster1.xml" Id="Rcb2fef3a2e394b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3245cec5364464" /><Relationship Type="http://schemas.openxmlformats.org/officeDocument/2006/relationships/notesMaster" Target="/ppt/notesMasters/notesMaster1.xml" Id="Ra217f2ec37e842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f68a8350264748" /><Relationship Type="http://schemas.openxmlformats.org/officeDocument/2006/relationships/notesMaster" Target="/ppt/notesMasters/notesMaster1.xml" Id="R6784a2bab2f34d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f097cc5144ee6" /><Relationship Type="http://schemas.openxmlformats.org/officeDocument/2006/relationships/notesMaster" Target="/ppt/notesMasters/notesMaster1.xml" Id="R5473ac19d3e1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5b878914a4d13" /><Relationship Type="http://schemas.openxmlformats.org/officeDocument/2006/relationships/notesMaster" Target="/ppt/notesMasters/notesMaster1.xml" Id="R71da5e26121144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8265892dd54d71" /><Relationship Type="http://schemas.openxmlformats.org/officeDocument/2006/relationships/notesMaster" Target="/ppt/notesMasters/notesMaster1.xml" Id="R90e6b8d2e1e2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328019edb14c57" /><Relationship Type="http://schemas.openxmlformats.org/officeDocument/2006/relationships/notesMaster" Target="/ppt/notesMasters/notesMaster1.xml" Id="Recfab23a483c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e19015c89e4405" /><Relationship Type="http://schemas.openxmlformats.org/officeDocument/2006/relationships/notesMaster" Target="/ppt/notesMasters/notesMaster1.xml" Id="R1dacf719465546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4a4cabcac149e7" /><Relationship Type="http://schemas.openxmlformats.org/officeDocument/2006/relationships/notesMaster" Target="/ppt/notesMasters/notesMaster1.xml" Id="R65299714007f44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cf9fa08df49ea" /><Relationship Type="http://schemas.openxmlformats.org/officeDocument/2006/relationships/notesMaster" Target="/ppt/notesMasters/notesMaster1.xml" Id="Rcbad67fb5e8249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ca353c00c4a98" /><Relationship Type="http://schemas.openxmlformats.org/officeDocument/2006/relationships/notesMaster" Target="/ppt/notesMasters/notesMaster1.xml" Id="Re380be63980d40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394f0154ce43ce" /><Relationship Type="http://schemas.openxmlformats.org/officeDocument/2006/relationships/notesMaster" Target="/ppt/notesMasters/notesMaster1.xml" Id="R7bee22c5554f40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76e60a727d4128" /><Relationship Type="http://schemas.openxmlformats.org/officeDocument/2006/relationships/notesMaster" Target="/ppt/notesMasters/notesMaster1.xml" Id="R140e9f2ccc0a48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c7567c35fc47a2" /><Relationship Type="http://schemas.openxmlformats.org/officeDocument/2006/relationships/notesMaster" Target="/ppt/notesMasters/notesMaster1.xml" Id="R74ed6c1a28dd45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a55e774e664292" /><Relationship Type="http://schemas.openxmlformats.org/officeDocument/2006/relationships/notesMaster" Target="/ppt/notesMasters/notesMaster1.xml" Id="R0a6877a44d9d45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5deb313aab478f" /><Relationship Type="http://schemas.openxmlformats.org/officeDocument/2006/relationships/notesMaster" Target="/ppt/notesMasters/notesMaster1.xml" Id="Rfde04c2bd48246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82dd7b00be4865" /><Relationship Type="http://schemas.openxmlformats.org/officeDocument/2006/relationships/notesMaster" Target="/ppt/notesMasters/notesMaster1.xml" Id="R87084dcce3594c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9f50386b74e48" /><Relationship Type="http://schemas.openxmlformats.org/officeDocument/2006/relationships/notesMaster" Target="/ppt/notesMasters/notesMaster1.xml" Id="R90fc12d98b4c4f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name is Dr. Chantell McDowell. My capstone is Tech It &amp; Go!, a technology lending library. I built it to connect my experience in libraries and makerspaces with the full-stack skills I learned at Per Scholas.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 It &amp; Go! is a full-stack technology lending library. Users can browse equipment, learn about it, and submit a request to borrow it. Staff can manage the equipment catalog.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built this because technology access is often limited by cost. A program may need a robotics kit, laptop, or 3D-printing tool for one project, but not be able to purchase everything. I also wanted lesson plans connected to the equipment.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are two main roles. Borrowers use the catalog and manage their own pending requests. Staff users have additional permission to manage equipment.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 is browse, learn, request, and manage. I kept requests pending because borrowing equipment should still be reviewed by staff.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 the frontend I used HTML and CSS concepts through React, JavaScript for the logic, React for components, Vite for the project build, React Router for navigation, and Fetch to communicate with the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Node.js lets me run JavaScript on the backend. Express gives me the server and routes. I use REST routes for CRUD. Middleware handles things such as authentication, JSON, CORS, and errors. dotenv keeps private values out of GitHub.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MongoDB Atlas stores the data. Mongoose helps me define the shape of that data and communicate with MongoDB from Node and Express.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used bcrypt so plain passwords are not saved in the database. JWT is used after login. I also check roles and request ownership so users cannot access data that belongs to someone else.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CRUD means Create, Read, Update, and Delete. I implemented full CRUD for equipment and lending requests. The frontend buttons connect to backend routes, and the backend saves the changes in MongoDB.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worked in VS Code, tracked changes with Git and GitHub, used Postman while testing API routes, and added Supertest integration tests. GitHub Actions runs checks automatically when I push changes.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deployment, MongoDB Atlas stores the database, Render hosts the backend API, and Vercel hosts the React frontend. Environment variables connect them without putting secrets in GitHub.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also learned TypeScript, the DOM, GraphQL, OAuth, Java and Spring concepts, SQL and NoSQL concepts, Agile workflow, and AI for software engineering. I can explain those concepts, but I did not add unnecessary runtime dependencies just to make the list longer.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biggest challenges were MongoDB setup, connecting the frontend and backend, authentication, permissions, and deployment settings. Those challenges helped me understand how the complete stack works together.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Instead of trying to fix the whole application at once, I learned to isolate the layer causing the problem. I test the database, API, and frontend separately, then reconnect the full workflow.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my demo I will focus on the working user story instead of clicking every page. I will browse, log in, create a request, show the dashboard, and then show staff equipment management.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biggest lesson for me is that full-stack development is about connecting layers. A button in React can eventually create a MongoDB document, but every layer in between has a job.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you. Tech It &amp; Go! gave me a way to combine my professional background with the software engineering skills I learned in this course. I am happy to answer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2f22fcfd94c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088cc8c44478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C5B3095-A6AD-415C-AB99-6BEED470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493"/>
          </a:solidFill>
          <a:ln xmlns:a="http://schemas.openxmlformats.org/drawingml/2006/main" w="12700">
            <a:solidFill>
              <a:srgbClr val="FF1493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A8E061D-ACE1-41A4-A741-691F91F0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8272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CF"/>
          </a:solidFill>
          <a:ln xmlns:a="http://schemas.openxmlformats.org/drawingml/2006/main" w="12700">
            <a:solidFill>
              <a:srgbClr val="26D9C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775BF86-4D3A-4245-80D8-EB69026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332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95465"/>
                </a:solidFill>
                <a:latin typeface="Arial"/>
                <a:ea typeface="Arial"/>
                <a:cs typeface="Arial"/>
              </a:rPr>
              <a:t>Tech It &amp; Go!  •  Dr. Chantell McDowell  •  Per Scholas Capstone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F8B2B13-6433-4D2C-B374-BFE6EDA4765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a3deec5f34c2c" /><Relationship Type="http://schemas.openxmlformats.org/officeDocument/2006/relationships/slideLayout" Target="/ppt/slideLayouts/slideLayout1.xml" Id="R76ce869335174bf9" /><Relationship Type="http://schemas.openxmlformats.org/officeDocument/2006/relationships/slideLayout" Target="/ppt/slideLayouts/slideLayout2.xml" Id="Raf4c85e4723c419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FEC27C0-80D5-4C7E-84B1-5733B14DF5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ce869335174bf9"/>
    <p:sldLayoutId xmlns:r="http://schemas.openxmlformats.org/officeDocument/2006/relationships" id="2147483650" r:id="Raf4c85e4723c419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f48e0cd4b4438" /><Relationship Type="http://schemas.openxmlformats.org/officeDocument/2006/relationships/image" Target="/ppt/media/image.png" Id="R3218dbb5cf444e24" /><Relationship Type="http://schemas.openxmlformats.org/officeDocument/2006/relationships/notesSlide" Target="/ppt/notesSlides/notesSlide1.xml" Id="Rd9fcafbee97b4826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478b0f64798742d0"/><Relationship Type="http://schemas.openxmlformats.org/officeDocument/2006/relationships/image" Target="../media/image.png" Id="R396ddd3d79794fec"/><Relationship Type="http://schemas.openxmlformats.org/officeDocument/2006/relationships/notesSlide" Target="/ppt/notesSlides/notesSlide2.xml" Id="R684560e7db2f44e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043e69b878d04014"/><Relationship Type="http://schemas.openxmlformats.org/officeDocument/2006/relationships/image" Target="../media/image.png" Id="R43989155b5314428"/><Relationship Type="http://schemas.openxmlformats.org/officeDocument/2006/relationships/notesSlide" Target="/ppt/notesSlides/notesSlide3.xml" Id="R74b96428f20e4b92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e838f1b5a71d429e"/><Relationship Type="http://schemas.openxmlformats.org/officeDocument/2006/relationships/image" Target="../media/image.png" Id="R888573b1d79a4096"/><Relationship Type="http://schemas.openxmlformats.org/officeDocument/2006/relationships/notesSlide" Target="/ppt/notesSlides/notesSlide4.xml" Id="R95141762aff1400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3ddf0668e564a56"/><Relationship Type="http://schemas.openxmlformats.org/officeDocument/2006/relationships/image" Target="../media/image.png" Id="Raf2acd07024548d7"/><Relationship Type="http://schemas.openxmlformats.org/officeDocument/2006/relationships/notesSlide" Target="/ppt/notesSlides/notesSlide5.xml" Id="R828494f622994752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8da6b01cf0d444c"/><Relationship Type="http://schemas.openxmlformats.org/officeDocument/2006/relationships/image" Target="../media/image.png" Id="R69d7654a69b448df"/><Relationship Type="http://schemas.openxmlformats.org/officeDocument/2006/relationships/notesSlide" Target="/ppt/notesSlides/notesSlide6.xml" Id="R4d4c0b607e2743b9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054040ec7ca4612"/><Relationship Type="http://schemas.openxmlformats.org/officeDocument/2006/relationships/image" Target="../media/image.png" Id="R55bd89c243874671"/><Relationship Type="http://schemas.openxmlformats.org/officeDocument/2006/relationships/notesSlide" Target="/ppt/notesSlides/notesSlide7.xml" Id="R1a739b7e62494742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467daf4b54de4dcc"/><Relationship Type="http://schemas.openxmlformats.org/officeDocument/2006/relationships/image" Target="../media/image.png" Id="R3b39530a14ef422c"/><Relationship Type="http://schemas.openxmlformats.org/officeDocument/2006/relationships/notesSlide" Target="/ppt/notesSlides/notesSlide8.xml" Id="R7142a2921ec14234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ad01464f52847c9"/><Relationship Type="http://schemas.openxmlformats.org/officeDocument/2006/relationships/image" Target="../media/image.png" Id="R482ab5a278e14e9e"/><Relationship Type="http://schemas.openxmlformats.org/officeDocument/2006/relationships/notesSlide" Target="/ppt/notesSlides/notesSlide9.xml" Id="Rcac2f9060e3d4efb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dedb13175aa348e6"/><Relationship Type="http://schemas.openxmlformats.org/officeDocument/2006/relationships/image" Target="../media/image.png" Id="R711c578e11f64ff1"/><Relationship Type="http://schemas.openxmlformats.org/officeDocument/2006/relationships/notesSlide" Target="/ppt/notesSlides/notesSlide10.xml" Id="R40acc53c287b4c4e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36f231e894e8486f"/><Relationship Type="http://schemas.openxmlformats.org/officeDocument/2006/relationships/image" Target="../media/image.png" Id="R23cf4d719f694795"/><Relationship Type="http://schemas.openxmlformats.org/officeDocument/2006/relationships/notesSlide" Target="/ppt/notesSlides/notesSlide11.xml" Id="Rd97e810f50434cc5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a7bc8cd582974c56"/><Relationship Type="http://schemas.openxmlformats.org/officeDocument/2006/relationships/image" Target="../media/image.png" Id="R16a2dbe6f9cc405f"/><Relationship Type="http://schemas.openxmlformats.org/officeDocument/2006/relationships/notesSlide" Target="/ppt/notesSlides/notesSlide12.xml" Id="Rb68f5c29373c47d5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42158bb13f044002"/><Relationship Type="http://schemas.openxmlformats.org/officeDocument/2006/relationships/image" Target="../media/image.png" Id="R95030607153341f0"/><Relationship Type="http://schemas.openxmlformats.org/officeDocument/2006/relationships/notesSlide" Target="/ppt/notesSlides/notesSlide13.xml" Id="R4419ed66688c478c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a1a658bf45ea4b29"/><Relationship Type="http://schemas.openxmlformats.org/officeDocument/2006/relationships/image" Target="../media/image.png" Id="R265b3efdf4c345b7"/><Relationship Type="http://schemas.openxmlformats.org/officeDocument/2006/relationships/notesSlide" Target="/ppt/notesSlides/notesSlide14.xml" Id="R3289722c16ae4145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cfbedfb536b4d46"/><Relationship Type="http://schemas.openxmlformats.org/officeDocument/2006/relationships/image" Target="../media/image.png" Id="R47a54e378df64086"/><Relationship Type="http://schemas.openxmlformats.org/officeDocument/2006/relationships/notesSlide" Target="/ppt/notesSlides/notesSlide15.xml" Id="R59909b7830a9482e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82b46a25c4094a39"/><Relationship Type="http://schemas.openxmlformats.org/officeDocument/2006/relationships/image" Target="../media/image.png" Id="R5719f2735fcc4e61"/><Relationship Type="http://schemas.openxmlformats.org/officeDocument/2006/relationships/notesSlide" Target="/ppt/notesSlides/notesSlide16.xml" Id="Rd779867670ca46f3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e1db6dee09e466b"/><Relationship Type="http://schemas.openxmlformats.org/officeDocument/2006/relationships/image" Target="../media/image.png" Id="Rd2c939257d6244ec"/><Relationship Type="http://schemas.openxmlformats.org/officeDocument/2006/relationships/notesSlide" Target="/ppt/notesSlides/notesSlide17.xml" Id="R8897676ca1374974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deada069ae24133"/><Relationship Type="http://schemas.openxmlformats.org/officeDocument/2006/relationships/image" Target="../media/image.png" Id="Ra46bb4b0c2da4ca0"/><Relationship Type="http://schemas.openxmlformats.org/officeDocument/2006/relationships/notesSlide" Target="/ppt/notesSlides/notesSlide18.xml" Id="R4579618921e0424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A7EA061-CB34-475C-831F-596C27587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8dbb5cf444e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DD87A56-F49D-4FC3-B7E2-AEEF2AAE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03320"/>
            <a:ext cx="3931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200">
                <a:solidFill>
                  <a:srgbClr val="26D9CF"/>
                </a:solidFill>
              </a:rPr>
              <a:t>FULL-STACK CAPSTONE</a:t>
            </a:r>
            <a:endParaRPr sz="1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6FABC2E-DE6D-46B5-AD02-CA50BF64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15968"/>
            <a:ext cx="9418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</a:rPr>
              <a:t>Technology lending made simple.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CDB1805-1844-40C4-9DD9-AAB8C4F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166360"/>
            <a:ext cx="6126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1493"/>
                </a:solidFill>
              </a:rPr>
              <a:t>Dr. Chantell McDowell</a:t>
            </a:r>
            <a:endParaRPr sz="1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D22193-B0EA-486D-B466-FECB31E5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59552"/>
            <a:ext cx="6675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E3DDEA"/>
                </a:solidFill>
              </a:rPr>
              <a:t>Per Scholas Software Engineering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494068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E41E6D4-D008-47C1-969B-1969E23E9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ddd3d79794f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610D1C9-C697-4744-AACC-B306AD24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What is Tech It &amp; Go?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57627AD-37C4-43CF-A991-8F4D187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One simple idea.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DDDE544-A8B6-4D0D-A9E0-5E64DE76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32720" cy="3383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9D7515A-358A-4BEC-A568-26063247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1368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Tech It &amp; Go!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E0E3AC-50B4-4C93-898F-DB9C42AB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0008"/>
            <a:ext cx="9875520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A full-stack app where educators, makerspaces, nonprofits, and learners can browse technology, read lesson ideas, and submit borrowing requests.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6F043AC-65D3-4FAA-818D-83FEA899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806440"/>
            <a:ext cx="832104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FF110C-FA63-49B7-ABAC-1A2D2D18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25312"/>
            <a:ext cx="80467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Borrow the tech. Build your next big idea.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79D8F1F-A8F7-49BD-AE41-AF1D80D1E12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6013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95C16D6-574A-4B42-B0B2-AE471E49D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89155b53144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8AFBA93-7D9A-48C4-A504-C12881E4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Why I Built It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410385F-EE52-423B-A713-E78EF148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This project came from a real problem I have seen.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7A1797B-DBFC-4F42-BE51-0245BE58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Technology equipment can be expensive.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Schools and nonprofits may only need a tool for a short project.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Users also need simple lessons—not just equipment.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E507404-75B1-47B8-A73C-87D2743399F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10564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46B34D1-A975-469A-90F1-BA8226AB8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573b1d79a40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5E7CABF-7A63-405F-A773-92DA07B0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Who Uses the App?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C5D6D7B-3D4F-4575-9385-2394011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I designed two main user roles.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0EB271A-60BF-4156-BDB1-A16BC21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AF3B8EB-E97E-4DE5-8CC6-8CFA884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01368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Borrower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8F7534-3D32-4106-9330-7ACE3512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50008"/>
            <a:ext cx="461772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Browse equipment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Read lessons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Submit requests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Edit or delete pending requests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4A7A977-E11D-4ED7-B0A3-B06E492F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9D6CF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4AC2EAE-E95C-43C5-B8B2-3DE220A2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Staff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396B74-DF92-4F6C-885B-E8D3525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50008"/>
            <a:ext cx="461772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Add equipment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Update equipment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Remove or archive equipment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• Manage the catalog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E7809E6-EAAC-43AA-BE42-276B1FB9BB2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1924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AC4BC91-9C8D-4833-9246-BAF365BEA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acd07024548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830705-BE2D-400C-92B4-8A70C0E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The User Flow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C561C33-543D-4ED6-9BA3-CA836FF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This is the main experience I built.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076FCA6-EDAD-4E86-AC62-B5865FB2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73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493"/>
          </a:solidFill>
          <a:ln xmlns:a="http://schemas.openxmlformats.org/drawingml/2006/main" w="19050">
            <a:solidFill>
              <a:srgbClr val="111015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655AFBD-69B8-4CAA-A03A-1275AE8C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75104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00000"/>
                </a:solidFill>
              </a:rPr>
              <a:t>1</a:t>
            </a:r>
            <a:endParaRPr sz="2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99F08CD-58A2-4051-8C5D-A6D8EECF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17520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000000"/>
                </a:solidFill>
              </a:rPr>
              <a:t>Browse</a:t>
            </a:r>
            <a:endParaRPr sz="2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D128419-CB27-4F73-9867-7176A814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373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CF"/>
          </a:solidFill>
          <a:ln xmlns:a="http://schemas.openxmlformats.org/drawingml/2006/main" w="19050">
            <a:solidFill>
              <a:srgbClr val="111015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69C53D0-375C-47F7-AD53-A7666547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975104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00000"/>
                </a:solidFill>
              </a:rPr>
              <a:t>2</a:t>
            </a:r>
            <a:endParaRPr sz="2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C677746-319B-4F21-A63B-367FB36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017520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000000"/>
                </a:solidFill>
              </a:rPr>
              <a:t>Learn</a:t>
            </a:r>
            <a:endParaRPr sz="23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C5BBD61-DA31-4B40-8B89-22515EC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373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6CFF"/>
          </a:solidFill>
          <a:ln xmlns:a="http://schemas.openxmlformats.org/drawingml/2006/main" w="19050">
            <a:solidFill>
              <a:srgbClr val="111015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3F2A9A6-329E-48B4-ABF7-6C4326C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75104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00000"/>
                </a:solidFill>
              </a:rPr>
              <a:t>3</a:t>
            </a:r>
            <a:endParaRPr sz="2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0633B9-D838-47BF-8AA6-EF12820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7520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000000"/>
                </a:solidFill>
              </a:rPr>
              <a:t>Request</a:t>
            </a:r>
            <a:endParaRPr sz="2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E4CB196-8A3D-4E91-89BB-EB787B9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7373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7DF"/>
          </a:solidFill>
          <a:ln xmlns:a="http://schemas.openxmlformats.org/drawingml/2006/main" w="19050">
            <a:solidFill>
              <a:srgbClr val="111015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12D497B-C102-46BD-8898-1D5A6989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975104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00000"/>
                </a:solidFill>
              </a:rPr>
              <a:t>4</a:t>
            </a:r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6ED5C42-5B98-49A7-AD81-81571AD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017520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000000"/>
                </a:solidFill>
              </a:rPr>
              <a:t>Manage</a:t>
            </a:r>
            <a:endParaRPr sz="23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D7985EA-2B78-462C-B241-9123FB25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806440"/>
            <a:ext cx="832104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C111CFB-6A2F-41EA-8CE5-7A64ED61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25312"/>
            <a:ext cx="80467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A request starts as PENDING. It is not automatically approved.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1F5BE8B-359B-4B7E-8D5E-2E73ACC05BF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9695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BC834FD-3C3C-4A41-981C-6391C62DF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654a69b448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D507EDB-4936-44D4-9059-75613C4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Frontend Tools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D9F903B-8DC1-4477-AD57-C9B2EACF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These tools create what the user sees.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1030F1C-4569-4544-8DCA-FFE57D9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HTML5 + CSS3 — structure and responsive design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JavaScript ES6+ — logic, events, async/await, and modules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React + Vite + React Router — components, pages, routing, and builds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Fetch API — sends requests to my backend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174EFF-C0B2-48B5-A91A-955B93AD29A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666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DCD1B0C-3D21-424C-A9FE-19A606A7A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89c2438746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26D324C-3D09-44CA-96F1-F848B266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Backend Tools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4D7DC73-AA49-4C23-B30A-A605BBC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These tools run the server and API.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0B87B9F-89C9-4710-B315-5777E6CF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Node.js — runs JavaScript on the server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Express.js — creates my server, routes, and API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REST API — GET, POST, PATCH, and DELETE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Middleware + CORS + dotenv — security, requests, and private settings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267E96F-D67A-4CF8-935A-27868AC4391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9442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CCAC4C8-2A3D-402A-AFFA-DC82642C1A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9530a14ef42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6E498FE-0214-4D3E-B9F2-9EF2C79E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Database Tools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4604CF-40EC-415F-AB26-BAD13C8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This is where the app saves real data.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A1DF1F8-490B-4203-8EC3-EC94571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MongoDB Atlas — my hosted NoSQL database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Mongoose — schemas, models, validation, and queries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Collections store users, equipment, lessons, and lending requests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BE3518-091D-4F2E-AF96-63073B7C65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1786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C649F3B-00C6-40E7-9485-A6235FE43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ab5a278e14e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A40D220-E98C-4C44-8F6F-507997D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Authentication + Security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203660A-CBA9-40DB-A22C-B306FDA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Users should only see and change what they are allowed to.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C1DFDBA-D9C4-478C-9175-73594CCF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bcrypt — hashes passwords before they are saved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JWT — identifies a logged-in user on protected requests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Role checks — separate borrower and staff permissions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Ownership checks — borrowers can only access their own requests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1C14E6C-698D-4AE0-9026-BE4EE630A98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1584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B9E0251-B0A7-47BA-8734-5B682A5F7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c578e11f64f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242E28A-0810-4534-8AC9-267C1B6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Full CRUD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0493AF7-50B9-4AA3-AED7-2250BC6B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CRUD is one of the main requirements of my capstone.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DB77E96-DA81-4808-987D-398CFDCB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60604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F1BD551-7090-433F-BB22-AFAAF06C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09928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CREATE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05AAB28-EDEE-4FB2-98C0-BA1E235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58568"/>
            <a:ext cx="214884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POST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Add equipment or submit a lending request.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F7B4AF7-681A-42C4-9464-7466552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508760"/>
            <a:ext cx="260604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61A2AAC-F320-4476-8372-7BE0FBCE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709928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READ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BE00EA-1F52-4652-B163-D0E0A20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258568"/>
            <a:ext cx="214884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GET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View equipment and saved requests.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582AE07-F373-423C-81D1-4C0F4104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260604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9D6CF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F21BF12-F002-4700-8C7D-4CCB4E1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09928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UPDATE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D673A1A-5F47-4CF2-ADF9-83ACE74A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58568"/>
            <a:ext cx="214884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PATCH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Edit equipment or a pending request.</a:t>
            </a:r>
            <a:endParaRPr sz="1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8307F55-6AC6-4F34-A242-5D578B2C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508760"/>
            <a:ext cx="246888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E66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B5679FA-9B08-49BD-9697-95FBEA1C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70992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DELETE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11BC243-6FE1-42E4-9D25-8B77A2EE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258568"/>
            <a:ext cx="201168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DELETE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Remove or archive data when allowed.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B273D96-3940-4301-916F-A7C8671096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5333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0CB4729-D92F-4F00-A678-73F8E53BB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f4d719f6947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866E8C6-16E3-49EC-93BD-7ACF5DFA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Development + Testing Tools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7C0A593-3A84-47F6-9551-6E1E924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These tools helped me build and check the project.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C6FEE5-DA78-4261-BF63-FF45F173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VS Code + Git + GitHub — coding and version control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Postman — manual API testing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Supertest + Node test runner — automated backend integration tests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GitHub Actions — automatic frontend build and backend test checks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52AB1A-997D-42B6-8C4A-110655D57D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5865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82EDA54-EFAB-4432-9B53-59BC2F949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2dbe6f9cc40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0C23DC5-2F1E-4C55-88E9-ED5E373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Deployment Tools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2217CDA-CD3F-47D8-A4E1-5F7B327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 project is prepared to work outside my computer.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E501780-BBAC-4287-A227-F4E4D699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MongoDB Atlas — cloud database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Render — backend API hosting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Vercel — frontend React hosting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Environment variables connect the three pieces safely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088ECD6-192D-4FAF-8D31-8AD4B8D7A0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69394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AA8BC23-2FA7-4AB1-A650-206A55127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30607153341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3F926A5-7489-470E-993C-38F64785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Other Course Skills I Learned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C87D1D9-72E4-4ACC-8286-0ECA412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I did not force every technology into the MVP.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7E4652-3CA7-4046-AA53-660095F8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TypeScript, DOM, GraphQL, and OAuth 2.0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Java / Spring Boot and SQL concepts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NoSQL, Agile workflow, and AI for Software Engineering</a:t>
            </a:r>
            <a:endParaRPr sz="2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A62E570-8CCA-4EA9-A90D-046C04F3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806440"/>
            <a:ext cx="832104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4D06B7F-3E1B-4ED8-9CDC-96FE0A7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25312"/>
            <a:ext cx="80467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Good engineering also means choosing the right tool for the project.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E450863-EF62-4C6A-92EC-74349F25509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6248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0EC44A1-7725-498D-B92C-38196CB87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b3efdf4c345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A633805-BF01-40DF-ACA9-6EF73A34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Challenges I Faced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1E9246C-8AE6-464E-ADD5-F369539B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These were the areas where I learned the most.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6ED8ADE-97CF-4871-9C85-F47E3521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Connecting MongoDB Atlas correctly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Connecting the React frontend to the Express backend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Understanding JWT authentication and permissions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Preparing CORS and environment variables for deployment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F8CE47-49C8-4024-A6FD-3DE255A0F34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9030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F53CDF1-7BAA-4491-A488-C71C485364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54e378df640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9B531D-18AE-4D43-B000-43E5F7F6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How I Worked Through Problems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C5C47E-2EB4-40C5-AA5D-0524ECEB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I learned a debugging process I can reuse.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334EA8E-11A5-4B23-A869-429E9EC2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Read the exact error message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Test one layer at a time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Use small checks such as /api/health, Postman, or automated tests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Fix the issue, test again, and document what I learned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985D884-F243-47CA-AEDC-2982D8D45E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45076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2AB7B59-A348-413B-BD14-8412C97A5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9f2735fcc4e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9F5966-ACF0-4B85-844F-6536E86B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Live Demo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9AF3A8C-A101-496A-B20D-39B0885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I will show the main user story.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EED218D-3527-483F-918A-673840B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1. Browse and search the equipment catalog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2. Register or log in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3. Submit a borrowing request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4. Open the dashboard and edit or delete the pending request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5. Show staff equipment CRUD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E050EA6-9478-4534-AA1E-9B45C978709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2311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A0C503A-F3C3-47CE-9244-18EEF36E6B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939257d6244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333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1F1CCDB-F2B6-4097-9E48-9DD3CF4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What I Learned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33AB07-5FA7-4656-9487-DD06ED2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This project helped the pieces of full-stack development connect for me.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FCEBD0F-2995-491F-B72E-BBB0488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Frontend, backend, and database work as one system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Authentication is more than a login form—it includes permissions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CRUD must be connected from the user interface all the way to the database</a:t>
            </a:r>
            <a:endParaRPr sz="22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200">
                <a:solidFill>
                  <a:srgbClr val="111015"/>
                </a:solidFill>
                <a:latin typeface="Arial"/>
                <a:ea typeface="Arial"/>
                <a:cs typeface="Arial"/>
              </a:rPr>
              <a:t>Testing and deployment are part of building the application</a:t>
            </a:r>
            <a:endParaRPr sz="2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E18C58-311A-4F2F-9984-328F7A593E3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8374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FA4B075-8CCA-4E66-95BB-B19818DED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b4b0c2da4c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76200"/>
            <a:ext cx="3314700" cy="33147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1F8B21F-F559-49A3-8303-1AC76A2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904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</a:rPr>
              <a:t>Thank You!</a:t>
            </a:r>
            <a:endParaRPr sz="38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5CB2B5D-5386-4176-9F67-0CC6E3E2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5720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26D9CF"/>
                </a:solidFill>
              </a:rPr>
              <a:t>Questions?</a:t>
            </a:r>
            <a:endParaRPr sz="2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CB041BE-7D7C-4A68-A4D7-BF03F82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486400"/>
            <a:ext cx="6949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1493"/>
                </a:solidFill>
              </a:rPr>
              <a:t>Dr. Chantell McDowell  •  Tech It &amp; Go!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874824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2026-10-09T15:03:06.9730000Z</dcterms:created>
  <dcterms:modified xsi:type="dcterms:W3CDTF">2026-10-09T15:03:06.9730000Z</dcterms:modified>
</coreProperties>
</file>