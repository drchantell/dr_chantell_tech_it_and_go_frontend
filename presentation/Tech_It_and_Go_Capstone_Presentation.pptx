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9f826d56f548a9" /><Relationship Type="http://schemas.openxmlformats.org/officeDocument/2006/relationships/extended-properties" Target="/docProps/app.xml" Id="R4b274df8a6c443cf" /><Relationship Type="http://schemas.openxmlformats.org/officeDocument/2006/relationships/officeDocument" Target="/ppt/presentation.xml" Id="R1d025d5b3ab047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036d4b8e4145f9"/>
  </p:sldMasterIdLst>
  <p:notesMasterIdLst>
    <p:notesMasterId xmlns:r="http://schemas.openxmlformats.org/officeDocument/2006/relationships" r:id="R77c8b651c9284c5a"/>
  </p:notesMasterIdLst>
  <p:sldIdLst>
    <p:sldId xmlns:r="http://schemas.openxmlformats.org/officeDocument/2006/relationships" id="256" r:id="Rdf25e7a1138b4c44"/>
    <p:sldId xmlns:r="http://schemas.openxmlformats.org/officeDocument/2006/relationships" id="257" r:id="R6b2242d3063a45e6"/>
    <p:sldId xmlns:r="http://schemas.openxmlformats.org/officeDocument/2006/relationships" id="258" r:id="R8338d4ebb42b4f9e"/>
    <p:sldId xmlns:r="http://schemas.openxmlformats.org/officeDocument/2006/relationships" id="259" r:id="R69589859726543cc"/>
    <p:sldId xmlns:r="http://schemas.openxmlformats.org/officeDocument/2006/relationships" id="260" r:id="R685b5ab774b241a5"/>
    <p:sldId xmlns:r="http://schemas.openxmlformats.org/officeDocument/2006/relationships" id="261" r:id="R455aae8482ea4536"/>
    <p:sldId xmlns:r="http://schemas.openxmlformats.org/officeDocument/2006/relationships" id="262" r:id="R35c23ec2d4124dc2"/>
    <p:sldId xmlns:r="http://schemas.openxmlformats.org/officeDocument/2006/relationships" id="263" r:id="Rf58ff4c459dc46a8"/>
    <p:sldId xmlns:r="http://schemas.openxmlformats.org/officeDocument/2006/relationships" id="264" r:id="R8b765b7660154851"/>
    <p:sldId xmlns:r="http://schemas.openxmlformats.org/officeDocument/2006/relationships" id="265" r:id="R4ef3cf37a3cf44bb"/>
    <p:sldId xmlns:r="http://schemas.openxmlformats.org/officeDocument/2006/relationships" id="266" r:id="R8ce968df2c454cad"/>
    <p:sldId xmlns:r="http://schemas.openxmlformats.org/officeDocument/2006/relationships" id="267" r:id="Rd173820e3f724a51"/>
    <p:sldId xmlns:r="http://schemas.openxmlformats.org/officeDocument/2006/relationships" id="268" r:id="R2ad261cd44e748a5"/>
    <p:sldId xmlns:r="http://schemas.openxmlformats.org/officeDocument/2006/relationships" id="269" r:id="R332ea13d436d4abc"/>
    <p:sldId xmlns:r="http://schemas.openxmlformats.org/officeDocument/2006/relationships" id="270" r:id="Rb735d2a356dc4209"/>
    <p:sldId xmlns:r="http://schemas.openxmlformats.org/officeDocument/2006/relationships" id="271" r:id="Rab0f1cc1e30d4f81"/>
    <p:sldId xmlns:r="http://schemas.openxmlformats.org/officeDocument/2006/relationships" id="272" r:id="R326546dfe97e4ca0"/>
    <p:sldId xmlns:r="http://schemas.openxmlformats.org/officeDocument/2006/relationships" id="273" r:id="R369dae6117bc4717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2d08f8f7c048a0" /><Relationship Type="http://schemas.openxmlformats.org/officeDocument/2006/relationships/slideMaster" Target="/ppt/slideMasters/slideMaster1.xml" Id="R16036d4b8e4145f9" /><Relationship Type="http://schemas.openxmlformats.org/officeDocument/2006/relationships/notesMaster" Target="/ppt/notesMasters/notesMaster1.xml" Id="R77c8b651c9284c5a" /><Relationship Type="http://schemas.openxmlformats.org/officeDocument/2006/relationships/presProps" Target="/ppt/presProps.xml" Id="Rf0bace60eb924bb8" /><Relationship Type="http://schemas.openxmlformats.org/officeDocument/2006/relationships/viewProps" Target="/ppt/viewProps.xml" Id="R8b154c0b18bc473d" /><Relationship Type="http://schemas.openxmlformats.org/officeDocument/2006/relationships/tableStyles" Target="/ppt/tableStyles.xml" Id="Rb929d470d976443d" /><Relationship Type="http://schemas.openxmlformats.org/officeDocument/2006/relationships/slide" Target="/ppt/slides/slide1.xml" Id="Rdf25e7a1138b4c44" /><Relationship Type="http://schemas.openxmlformats.org/officeDocument/2006/relationships/slide" Target="/ppt/slides/slide2.xml" Id="R6b2242d3063a45e6" /><Relationship Type="http://schemas.openxmlformats.org/officeDocument/2006/relationships/slide" Target="/ppt/slides/slide3.xml" Id="R8338d4ebb42b4f9e" /><Relationship Type="http://schemas.openxmlformats.org/officeDocument/2006/relationships/slide" Target="/ppt/slides/slide4.xml" Id="R69589859726543cc" /><Relationship Type="http://schemas.openxmlformats.org/officeDocument/2006/relationships/slide" Target="/ppt/slides/slide5.xml" Id="R685b5ab774b241a5" /><Relationship Type="http://schemas.openxmlformats.org/officeDocument/2006/relationships/slide" Target="/ppt/slides/slide6.xml" Id="R455aae8482ea4536" /><Relationship Type="http://schemas.openxmlformats.org/officeDocument/2006/relationships/slide" Target="/ppt/slides/slide7.xml" Id="R35c23ec2d4124dc2" /><Relationship Type="http://schemas.openxmlformats.org/officeDocument/2006/relationships/slide" Target="/ppt/slides/slide8.xml" Id="Rf58ff4c459dc46a8" /><Relationship Type="http://schemas.openxmlformats.org/officeDocument/2006/relationships/slide" Target="/ppt/slides/slide9.xml" Id="R8b765b7660154851" /><Relationship Type="http://schemas.openxmlformats.org/officeDocument/2006/relationships/slide" Target="/ppt/slides/slide10.xml" Id="R4ef3cf37a3cf44bb" /><Relationship Type="http://schemas.openxmlformats.org/officeDocument/2006/relationships/slide" Target="/ppt/slides/slide11.xml" Id="R8ce968df2c454cad" /><Relationship Type="http://schemas.openxmlformats.org/officeDocument/2006/relationships/slide" Target="/ppt/slides/slide12.xml" Id="Rd173820e3f724a51" /><Relationship Type="http://schemas.openxmlformats.org/officeDocument/2006/relationships/slide" Target="/ppt/slides/slide13.xml" Id="R2ad261cd44e748a5" /><Relationship Type="http://schemas.openxmlformats.org/officeDocument/2006/relationships/slide" Target="/ppt/slides/slide14.xml" Id="R332ea13d436d4abc" /><Relationship Type="http://schemas.openxmlformats.org/officeDocument/2006/relationships/slide" Target="/ppt/slides/slide15.xml" Id="Rb735d2a356dc4209" /><Relationship Type="http://schemas.openxmlformats.org/officeDocument/2006/relationships/slide" Target="/ppt/slides/slide16.xml" Id="Rab0f1cc1e30d4f81" /><Relationship Type="http://schemas.openxmlformats.org/officeDocument/2006/relationships/slide" Target="/ppt/slides/slide17.xml" Id="R326546dfe97e4ca0" /><Relationship Type="http://schemas.openxmlformats.org/officeDocument/2006/relationships/slide" Target="/ppt/slides/slide18.xml" Id="R369dae6117bc47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08aae902c546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db8b981c104d93" /><Relationship Type="http://schemas.openxmlformats.org/officeDocument/2006/relationships/notesMaster" Target="/ppt/notesMasters/notesMaster1.xml" Id="R7410228317ca40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7d61e6d6e94c5a" /><Relationship Type="http://schemas.openxmlformats.org/officeDocument/2006/relationships/notesMaster" Target="/ppt/notesMasters/notesMaster1.xml" Id="R7556531654084f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f8e40c65a5461b" /><Relationship Type="http://schemas.openxmlformats.org/officeDocument/2006/relationships/notesMaster" Target="/ppt/notesMasters/notesMaster1.xml" Id="R4399d7c7ad064e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dd259c6c4a4840" /><Relationship Type="http://schemas.openxmlformats.org/officeDocument/2006/relationships/notesMaster" Target="/ppt/notesMasters/notesMaster1.xml" Id="R0c916269893049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580ea690f8401b" /><Relationship Type="http://schemas.openxmlformats.org/officeDocument/2006/relationships/notesMaster" Target="/ppt/notesMasters/notesMaster1.xml" Id="R62d69c96da5548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807cc2dba14326" /><Relationship Type="http://schemas.openxmlformats.org/officeDocument/2006/relationships/notesMaster" Target="/ppt/notesMasters/notesMaster1.xml" Id="Rb6ab6db22fc24e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95bdb00faf48d0" /><Relationship Type="http://schemas.openxmlformats.org/officeDocument/2006/relationships/notesMaster" Target="/ppt/notesMasters/notesMaster1.xml" Id="R58514a7dadaa47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4cee27c9dc4e1d" /><Relationship Type="http://schemas.openxmlformats.org/officeDocument/2006/relationships/notesMaster" Target="/ppt/notesMasters/notesMaster1.xml" Id="R17f0b06db63147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cd3f1683ad4480" /><Relationship Type="http://schemas.openxmlformats.org/officeDocument/2006/relationships/notesMaster" Target="/ppt/notesMasters/notesMaster1.xml" Id="R15da3a4ba5584e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d5d12b8c814772" /><Relationship Type="http://schemas.openxmlformats.org/officeDocument/2006/relationships/notesMaster" Target="/ppt/notesMasters/notesMaster1.xml" Id="R83ae555258b943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615863a1fc44bd" /><Relationship Type="http://schemas.openxmlformats.org/officeDocument/2006/relationships/notesMaster" Target="/ppt/notesMasters/notesMaster1.xml" Id="R0b0e5407b69d4a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64840b3d1644bd" /><Relationship Type="http://schemas.openxmlformats.org/officeDocument/2006/relationships/notesMaster" Target="/ppt/notesMasters/notesMaster1.xml" Id="R9b143470ecf949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3a30e8b9f04de1" /><Relationship Type="http://schemas.openxmlformats.org/officeDocument/2006/relationships/notesMaster" Target="/ppt/notesMasters/notesMaster1.xml" Id="Rfd8ad3687a8b41c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3d39c4ec304720" /><Relationship Type="http://schemas.openxmlformats.org/officeDocument/2006/relationships/notesMaster" Target="/ppt/notesMasters/notesMaster1.xml" Id="R2c43be3a13e74f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377b2b2f234d24" /><Relationship Type="http://schemas.openxmlformats.org/officeDocument/2006/relationships/notesMaster" Target="/ppt/notesMasters/notesMaster1.xml" Id="R5cfb02b0823e4dd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81e7e7274664043" /><Relationship Type="http://schemas.openxmlformats.org/officeDocument/2006/relationships/notesMaster" Target="/ppt/notesMasters/notesMaster1.xml" Id="Rac9f3d04488a48c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3a37371eb14c2b" /><Relationship Type="http://schemas.openxmlformats.org/officeDocument/2006/relationships/notesMaster" Target="/ppt/notesMasters/notesMaster1.xml" Id="Rf85fac39866b480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9b9f706f1f45af" /><Relationship Type="http://schemas.openxmlformats.org/officeDocument/2006/relationships/notesMaster" Target="/ppt/notesMasters/notesMaster1.xml" Id="Raa4528c00dc4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My name is Dr. Chantell McDowell. My capstone is Tech It &amp; Go!, a technology lending library. I built it to connect my experience in libraries and makerspaces with the full-stack skills I learned at Per Scholas.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 It &amp; Go! is a full-stack technology lending library. Users can browse equipment, learn about it, and submit a request to borrow it. Staff can manage the equipment catalog.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built this because technology access is often limited by cost. A program may need a robotics kit, laptop, or 3D-printing tool for one project, but not be able to purchase everything. I also wanted lesson plans connected to the equipment.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There are two main roles. Borrowers use the catalog and manage their own pending requests. Staff users have additional permission to manage equipment.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flow is browse, learn, request, and manage. I kept requests pending because borrowing equipment should still be reviewed by staff.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 the frontend I used HTML and CSS concepts through React, JavaScript for the logic, React for components, Vite for the project build, React Router for navigation, and Fetch to communicate with the API.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Node.js lets me run JavaScript on the backend. Express gives me the server and routes. I use REST routes for CRUD. Middleware handles things such as authentication, JSON, CORS, and errors. dotenv keeps private values out of GitHub.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MongoDB Atlas stores the data. Mongoose helps me define the shape of that data and communicate with MongoDB from Node and Express.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used bcrypt so plain passwords are not saved in the database. JWT is used after login. I also check roles and request ownership so users cannot access data that belongs to someone else.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CRUD means Create, Read, Update, and Delete. I implemented full CRUD for equipment and lending requests. The frontend buttons connect to backend routes, and the backend saves the changes in MongoDB.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worked in VS Code, tracked changes with Git and GitHub, used Postman while testing API routes, and added Supertest integration tests. GitHub Actions runs checks automatically when I push changes.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deployment, MongoDB Atlas stores the database, Render hosts the backend API, and Vercel hosts the React frontend. Environment variables connect them without putting secrets in GitHub.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also learned TypeScript, the DOM, GraphQL, OAuth, Java and Spring concepts, SQL and NoSQL concepts, Agile workflow, and AI for software engineering. I can explain those concepts, but I did not add unnecessary runtime dependencies just to make the list longer.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My biggest challenges were MongoDB setup, connecting the frontend and backend, authentication, permissions, and deployment settings. Those challenges helped me understand how the complete stack works together.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Instead of trying to fix the whole application at once, I learned to isolate the layer causing the problem. I test the database, API, and frontend separately, then reconnect the full workflow.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my demo I will focus on the working user story instead of clicking every page. I will browse, log in, create a request, show the dashboard, and then show staff equipment management.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biggest lesson for me is that full-stack development is about connecting layers. A button in React can eventually create a MongoDB document, but every layer in between has a job.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you. Tech It &amp; Go! gave me a way to combine my professional background with the software engineering skills I learned in this course. I am happy to answer questions.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5ccf76e37d476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42423dd7d46a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A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5B3095-A6AD-415C-AB99-6BEED470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493"/>
          </a:solidFill>
          <a:ln xmlns:a="http://schemas.openxmlformats.org/drawingml/2006/main" w="12700">
            <a:solidFill>
              <a:srgbClr val="FF1493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A8E061D-ACE1-41A4-A741-691F91F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8272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D9CF"/>
          </a:solidFill>
          <a:ln xmlns:a="http://schemas.openxmlformats.org/drawingml/2006/main" w="12700">
            <a:solidFill>
              <a:srgbClr val="26D9CF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775BF86-4D3A-4245-80D8-EB69026A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9944"/>
            <a:ext cx="10332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95465"/>
                </a:solidFill>
                <a:latin typeface="Arial"/>
                <a:ea typeface="Arial"/>
                <a:cs typeface="Arial"/>
              </a:rPr>
              <a:t>Tech It &amp; Go!  •  Dr. Chantell McDowell  •  Per Scholas Capstone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F8B2B13-6433-4D2C-B374-BFE6EDA4765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c233d5ade44ebb" /><Relationship Type="http://schemas.openxmlformats.org/officeDocument/2006/relationships/slideLayout" Target="/ppt/slideLayouts/slideLayout1.xml" Id="R26d94739caa64277" /><Relationship Type="http://schemas.openxmlformats.org/officeDocument/2006/relationships/slideLayout" Target="/ppt/slideLayouts/slideLayout2.xml" Id="R0463c0612be44de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FEC27C0-80D5-4C7E-84B1-5733B14DF5F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d94739caa64277"/>
    <p:sldLayoutId xmlns:r="http://schemas.openxmlformats.org/officeDocument/2006/relationships" id="2147483650" r:id="R0463c0612be44de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1ba4aad9c4b0d" /><Relationship Type="http://schemas.openxmlformats.org/officeDocument/2006/relationships/image" Target="/ppt/media/image.png" Id="Rfbc0cff054f54395" /><Relationship Type="http://schemas.openxmlformats.org/officeDocument/2006/relationships/notesSlide" Target="/ppt/notesSlides/notesSlide1.xml" Id="R47772699abb84c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8ad049d70848cf" /><Relationship Type="http://schemas.openxmlformats.org/officeDocument/2006/relationships/image" Target="/ppt/media/image.png" Id="Rb5773a9f4a8c469e" /><Relationship Type="http://schemas.openxmlformats.org/officeDocument/2006/relationships/notesSlide" Target="/ppt/notesSlides/notesSlide2.xml" Id="Rab111fee645644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889288a1684625" /><Relationship Type="http://schemas.openxmlformats.org/officeDocument/2006/relationships/image" Target="/ppt/media/image.png" Id="R4141d91ac970475d" /><Relationship Type="http://schemas.openxmlformats.org/officeDocument/2006/relationships/notesSlide" Target="/ppt/notesSlides/notesSlide3.xml" Id="R3da9e5f35a9547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626b5a5e364204" /><Relationship Type="http://schemas.openxmlformats.org/officeDocument/2006/relationships/image" Target="/ppt/media/image.png" Id="Ra9db6ab23c8f475d" /><Relationship Type="http://schemas.openxmlformats.org/officeDocument/2006/relationships/notesSlide" Target="/ppt/notesSlides/notesSlide4.xml" Id="Re00baa3a01f848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535ab71eff46e8" /><Relationship Type="http://schemas.openxmlformats.org/officeDocument/2006/relationships/image" Target="/ppt/media/image.png" Id="Re757d83e57094798" /><Relationship Type="http://schemas.openxmlformats.org/officeDocument/2006/relationships/notesSlide" Target="/ppt/notesSlides/notesSlide5.xml" Id="R4f72c0cffd9142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b19a9ba9474651" /><Relationship Type="http://schemas.openxmlformats.org/officeDocument/2006/relationships/image" Target="/ppt/media/image.png" Id="R429a9d42c0934f99" /><Relationship Type="http://schemas.openxmlformats.org/officeDocument/2006/relationships/notesSlide" Target="/ppt/notesSlides/notesSlide6.xml" Id="R7f2be8c9effe44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8df0366a0f486a" /><Relationship Type="http://schemas.openxmlformats.org/officeDocument/2006/relationships/image" Target="/ppt/media/image.png" Id="Ra378b1fbd373430b" /><Relationship Type="http://schemas.openxmlformats.org/officeDocument/2006/relationships/notesSlide" Target="/ppt/notesSlides/notesSlide7.xml" Id="R37d4255381ff45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cba398565b4be4" /><Relationship Type="http://schemas.openxmlformats.org/officeDocument/2006/relationships/image" Target="/ppt/media/image.png" Id="R0875cc2f76f34bc4" /><Relationship Type="http://schemas.openxmlformats.org/officeDocument/2006/relationships/notesSlide" Target="/ppt/notesSlides/notesSlide8.xml" Id="Rad27b64c1b8548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0dcf653f2649c2" /><Relationship Type="http://schemas.openxmlformats.org/officeDocument/2006/relationships/image" Target="/ppt/media/image.png" Id="Rcacfcdb140b245cf" /><Relationship Type="http://schemas.openxmlformats.org/officeDocument/2006/relationships/notesSlide" Target="/ppt/notesSlides/notesSlide9.xml" Id="R1a07a929dab848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158cd2a7354397" /><Relationship Type="http://schemas.openxmlformats.org/officeDocument/2006/relationships/image" Target="/ppt/media/image.png" Id="R446e10df5b374dc1" /><Relationship Type="http://schemas.openxmlformats.org/officeDocument/2006/relationships/notesSlide" Target="/ppt/notesSlides/notesSlide10.xml" Id="Re788a83d7b324d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1f3ed936154a2d" /><Relationship Type="http://schemas.openxmlformats.org/officeDocument/2006/relationships/image" Target="/ppt/media/image.png" Id="R21dc043261e642ec" /><Relationship Type="http://schemas.openxmlformats.org/officeDocument/2006/relationships/notesSlide" Target="/ppt/notesSlides/notesSlide11.xml" Id="R4d7c365b8bd645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ce06802f1b45fc" /><Relationship Type="http://schemas.openxmlformats.org/officeDocument/2006/relationships/image" Target="/ppt/media/image.png" Id="R11cbb82865cb4930" /><Relationship Type="http://schemas.openxmlformats.org/officeDocument/2006/relationships/notesSlide" Target="/ppt/notesSlides/notesSlide12.xml" Id="R72c394ce776642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852003459b4032" /><Relationship Type="http://schemas.openxmlformats.org/officeDocument/2006/relationships/image" Target="/ppt/media/image.png" Id="R13537c15364a4a50" /><Relationship Type="http://schemas.openxmlformats.org/officeDocument/2006/relationships/notesSlide" Target="/ppt/notesSlides/notesSlide13.xml" Id="Rbaf56ac1a42d43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5d54ae3bd84d0c" /><Relationship Type="http://schemas.openxmlformats.org/officeDocument/2006/relationships/image" Target="/ppt/media/image.png" Id="Rbaecd0d88c2649cb" /><Relationship Type="http://schemas.openxmlformats.org/officeDocument/2006/relationships/notesSlide" Target="/ppt/notesSlides/notesSlide14.xml" Id="Rd059f852c5c543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4d6082944c40e8" /><Relationship Type="http://schemas.openxmlformats.org/officeDocument/2006/relationships/image" Target="/ppt/media/image.png" Id="R47d669e75dff439f" /><Relationship Type="http://schemas.openxmlformats.org/officeDocument/2006/relationships/notesSlide" Target="/ppt/notesSlides/notesSlide15.xml" Id="Rc86ff56d8de848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dd9ea1cd384277" /><Relationship Type="http://schemas.openxmlformats.org/officeDocument/2006/relationships/image" Target="/ppt/media/image.png" Id="R9acf75f0130d4b5d" /><Relationship Type="http://schemas.openxmlformats.org/officeDocument/2006/relationships/notesSlide" Target="/ppt/notesSlides/notesSlide16.xml" Id="R7207bb0bcf6d42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598e60c90a4a7f" /><Relationship Type="http://schemas.openxmlformats.org/officeDocument/2006/relationships/image" Target="/ppt/media/image.png" Id="Rb3d29d7323644d02" /><Relationship Type="http://schemas.openxmlformats.org/officeDocument/2006/relationships/notesSlide" Target="/ppt/notesSlides/notesSlide17.xml" Id="Rd458441bd6be444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3b4fcae434698" /><Relationship Type="http://schemas.openxmlformats.org/officeDocument/2006/relationships/image" Target="/ppt/media/image.png" Id="Rb35e84c0e07e4dfa" /><Relationship Type="http://schemas.openxmlformats.org/officeDocument/2006/relationships/notesSlide" Target="/ppt/notesSlides/notesSlide18.xml" Id="Rce16d16c2acd41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F9E2077C-9A71-44B8-821E-FC3A1054F2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0cff054f5439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0"/>
            <a:ext cx="3429000" cy="3429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DD87A56-F49D-4FC3-B7E2-AEEF2AAE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03320"/>
            <a:ext cx="3931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200">
                <a:solidFill>
                  <a:srgbClr val="26D9CF"/>
                </a:solidFill>
              </a:rPr>
              <a:t>FULL-STACK CAPSTONE</a:t>
            </a:r>
            <a:endParaRPr sz="16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6FABC2E-DE6D-46B5-AD02-CA50BF64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15968"/>
            <a:ext cx="94183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</a:rPr>
              <a:t>Technology lending made simple.</a:t>
            </a:r>
            <a:endParaRPr sz="3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CDB1805-1844-40C4-9DD9-AAB8C4FC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166360"/>
            <a:ext cx="61264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1493"/>
                </a:solidFill>
              </a:rPr>
              <a:t>Dr. Chantell McDowell</a:t>
            </a:r>
            <a:endParaRPr sz="1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FD22193-B0EA-486D-B466-FECB31E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559552"/>
            <a:ext cx="6675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E3DDEA"/>
                </a:solidFill>
              </a:rPr>
              <a:t>Per Scholas Software Engineering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9494068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7F534526-4E03-4347-876F-B480529F8B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73a9f4a8c469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610D1C9-C697-4744-AACC-B306AD24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What is Tech It &amp; Go?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357627AD-37C4-43CF-A991-8F4D187D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One simple idea.</a:t>
            </a:r>
            <a:endParaRPr sz="1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DDDE544-A8B6-4D0D-A9E0-5E64DE76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32720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1493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9D7515A-358A-4BEC-A568-26063247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1368"/>
            <a:ext cx="9875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Tech It &amp; Go!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E0E3AC-50B4-4C93-898F-DB9C42AB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0008"/>
            <a:ext cx="9875520" cy="2423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A full-stack app where educators, makerspaces, nonprofits, and learners can browse technology, read lesson ideas, and submit borrowing requests.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6F043AC-65D3-4FAA-818D-83FEA899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806440"/>
            <a:ext cx="832104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015"/>
          </a:solidFill>
          <a:ln xmlns:a="http://schemas.openxmlformats.org/drawingml/2006/main" w="12700">
            <a:solidFill>
              <a:srgbClr val="111015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4FF110C-FA63-49B7-ABAC-1A2D2D18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25312"/>
            <a:ext cx="80467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Borrow the tech. Build your next big idea.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79D8F1F-A8F7-49BD-AE41-AF1D80D1E12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6013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8436C897-2FE8-4B77-B0BC-6CA4F4B96A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1d91ac970475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8AFBA93-7D9A-48C4-A504-C12881E4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Why I Built It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410385F-EE52-423B-A713-E78EF14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This project came from a real problem I have seen.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7A1797B-DBFC-4F42-BE51-0245BE58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Technology equipment can be expensive.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Schools and nonprofits may only need a tool for a short project.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Users also need simple lessons—not just equipment.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E507404-75B1-47B8-A73C-87D2743399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10564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54B2EADB-CB36-4996-91F5-DB8E954C0E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b6ab23c8f475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5E7CABF-7A63-405F-A773-92DA07B0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Who Uses the App?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C5D6D7B-3D4F-4575-9385-23940119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I designed two main user roles.</a:t>
            </a:r>
            <a:endParaRPr sz="1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0EB271A-60BF-4156-BDB1-A16BC211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507492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26D9CF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AF3B8EB-E97E-4DE5-8CC6-8CFA8849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01368"/>
            <a:ext cx="4617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Borrower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8F7534-3D32-4106-9330-7ACE3512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08"/>
            <a:ext cx="4617720" cy="2606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Browse equipment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Read lessons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Submit requests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Edit or delete pending requests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4A7A977-E11D-4ED7-B0A3-B06E492F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00200"/>
            <a:ext cx="507492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9D6CFF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4AC2EAE-E95C-43C5-B8B2-3DE220A2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01368"/>
            <a:ext cx="4617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Staff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2396B74-DF92-4F6C-885B-E8D3525A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50008"/>
            <a:ext cx="4617720" cy="2606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Add equipment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Update equipment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Remove or archive equipment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• Manage the catalog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E7809E6-EAAC-43AA-BE42-276B1FB9BB2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41924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440D594A-2926-4EA1-A217-2D3361F57F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7d83e570947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4830705-BE2D-400C-92B4-8A70C0E3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The User Flow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C561C33-543D-4ED6-9BA3-CA836FFA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This is the main experience I built.</a:t>
            </a:r>
            <a:endParaRPr sz="1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076FCA6-EDAD-4E86-AC62-B5865FB2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37360"/>
            <a:ext cx="960120" cy="96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1493"/>
          </a:solidFill>
          <a:ln xmlns:a="http://schemas.openxmlformats.org/drawingml/2006/main" w="19050">
            <a:solidFill>
              <a:srgbClr val="111015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655AFBD-69B8-4CAA-A03A-1275AE8C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75104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</a:rPr>
              <a:t>1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99F08CD-58A2-4051-8C5D-A6D8EECF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17520"/>
            <a:ext cx="2514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300" b="1">
                <a:solidFill>
                  <a:srgbClr val="000000"/>
                </a:solidFill>
              </a:rPr>
              <a:t>Browse</a:t>
            </a:r>
            <a:endParaRPr sz="23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D128419-CB27-4F73-9867-7176A814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737360"/>
            <a:ext cx="960120" cy="96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D9CF"/>
          </a:solidFill>
          <a:ln xmlns:a="http://schemas.openxmlformats.org/drawingml/2006/main" w="19050">
            <a:solidFill>
              <a:srgbClr val="111015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69C53D0-375C-47F7-AD53-A7666547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975104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</a:rPr>
              <a:t>2</a:t>
            </a:r>
            <a:endParaRPr sz="2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C677746-319B-4F21-A63B-367FB36D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017520"/>
            <a:ext cx="2514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300" b="1">
                <a:solidFill>
                  <a:srgbClr val="000000"/>
                </a:solidFill>
              </a:rPr>
              <a:t>Learn</a:t>
            </a:r>
            <a:endParaRPr sz="23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C5BBD61-DA31-4B40-8B89-22515ECF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737360"/>
            <a:ext cx="960120" cy="96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6CFF"/>
          </a:solidFill>
          <a:ln xmlns:a="http://schemas.openxmlformats.org/drawingml/2006/main" w="19050">
            <a:solidFill>
              <a:srgbClr val="111015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3F2A9A6-329E-48B4-ABF7-6C4326C4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975104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</a:rPr>
              <a:t>3</a:t>
            </a:r>
            <a:endParaRPr sz="2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00633B9-D838-47BF-8AA6-EF12820C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7520"/>
            <a:ext cx="2514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300" b="1">
                <a:solidFill>
                  <a:srgbClr val="000000"/>
                </a:solidFill>
              </a:rPr>
              <a:t>Request</a:t>
            </a:r>
            <a:endParaRPr sz="2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E4CB196-8A3D-4E91-89BB-EB787B91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737360"/>
            <a:ext cx="960120" cy="96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7DF"/>
          </a:solidFill>
          <a:ln xmlns:a="http://schemas.openxmlformats.org/drawingml/2006/main" w="19050">
            <a:solidFill>
              <a:srgbClr val="111015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12D497B-C102-46BD-8898-1D5A6989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975104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</a:rPr>
              <a:t>4</a:t>
            </a:r>
            <a:endParaRPr sz="24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6ED5C42-5B98-49A7-AD81-81571AD0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3017520"/>
            <a:ext cx="2514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300" b="1">
                <a:solidFill>
                  <a:srgbClr val="000000"/>
                </a:solidFill>
              </a:rPr>
              <a:t>Manage</a:t>
            </a:r>
            <a:endParaRPr sz="23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D7985EA-2B78-462C-B241-9123FB25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806440"/>
            <a:ext cx="832104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015"/>
          </a:solidFill>
          <a:ln xmlns:a="http://schemas.openxmlformats.org/drawingml/2006/main" w="12700">
            <a:solidFill>
              <a:srgbClr val="111015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C111CFB-6A2F-41EA-8CE5-7A64ED61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25312"/>
            <a:ext cx="80467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A request starts as PENDING. It is not automatically approved.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1F5BE8B-359B-4B7E-8D5E-2E73ACC05B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49695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046BF4A6-48DE-4420-8BE9-F5952831DB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a9d42c0934f9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D507EDB-4936-44D4-9059-75613C4E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Frontend Tools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D9F903B-8DC1-4477-AD57-C9B2EACF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These tools create what the user sees.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1030F1C-4569-4544-8DCA-FFE57D94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HTML5 + CSS3 — structure and responsive design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JavaScript ES6+ — logic, events, async/await, and modules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React + Vite + React Router — components, pages, routing, and builds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Fetch API — sends requests to my backend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4174EFF-C0B2-48B5-A91A-955B93AD29A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666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F9F2C666-8304-4D61-B90D-FA40377195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8b1fbd373430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26D324C-3D09-44CA-96F1-F848B266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Backend Tools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4D7DC73-AA49-4C23-B30A-A605BBCC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These tools run the server and API.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0B87B9F-89C9-4710-B315-5777E6CF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Node.js — runs JavaScript on the server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Express.js — creates my server, routes, and API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REST API — GET, POST, PATCH, and DELETE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Middleware + CORS + dotenv — security, requests, and private settings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267E96F-D67A-4CF8-935A-27868AC4391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9442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E91945F6-359C-49E9-A4D2-560425A03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5cc2f76f34bc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6E498FE-0214-4D3E-B9F2-9EF2C79E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Database Tools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94604CF-40EC-415F-AB26-BAD13C87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This is where the app saves real data.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A1DF1F8-490B-4203-8EC3-EC945718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MongoDB Atlas — my hosted NoSQL database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Mongoose — schemas, models, validation, and queries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Collections store users, equipment, lessons, and lending requests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BE3518-091D-4F2E-AF96-63073B7C65E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11786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80EFDF3B-6A54-4748-8345-5A586E5D1E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fcdb140b245c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A40D220-E98C-4C44-8F6F-507997DE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Authentication + Security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3203660A-CBA9-40DB-A22C-B306FDAE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Users should only see and change what they are allowed to.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C1DFDBA-D9C4-478C-9175-73594CCF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bcrypt — hashes passwords before they are saved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JWT — identifies a logged-in user on protected requests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Role checks — separate borrower and staff permissions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Ownership checks — borrowers can only access their own requests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C14E6C-698D-4AE0-9026-BE4EE630A98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15845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381F5485-E369-493E-95FA-5DD0CB7AC7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e10df5b374dc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242E28A-0810-4534-8AC9-267C1B69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Full CRUD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0493AF7-50B9-4AA3-AED7-2250BC6B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CRUD is one of the main requirements of my capstone.</a:t>
            </a:r>
            <a:endParaRPr sz="1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6DB77E96-DA81-4808-987D-398CFDCB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260604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1493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F1BD551-7090-433F-BB22-AFAAF06C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09928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CREATE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05AAB28-EDEE-4FB2-98C0-BA1E2355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568"/>
            <a:ext cx="2148840" cy="3063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POST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Add equipment or submit a lending request.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F7B4AF7-681A-42C4-9464-7466552F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508760"/>
            <a:ext cx="260604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26D9CF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61A2AAC-F320-4476-8372-7BE0FBCE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709928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READ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0BE00EA-1F52-4652-B163-D0E0A203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258568"/>
            <a:ext cx="2148840" cy="3063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GET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View equipment and saved requests.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582AE07-F373-423C-81D1-4C0F4104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08760"/>
            <a:ext cx="260604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9D6CFF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F21BF12-F002-4700-8C7D-4CCB4E1E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709928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UPDATE</a:t>
            </a:r>
            <a:endParaRPr sz="20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D673A1A-5F47-4CF2-ADF9-83ACE74A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58568"/>
            <a:ext cx="2148840" cy="3063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PATCH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Edit equipment or a pending request.</a:t>
            </a:r>
            <a:endParaRPr sz="17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307F55-6AC6-4F34-A242-5D578B2C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1508760"/>
            <a:ext cx="246888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E66D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B5679FA-9B08-49BD-9697-95FBEA1C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709928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015"/>
                </a:solidFill>
              </a:rPr>
              <a:t>DELETE</a:t>
            </a:r>
            <a:endParaRPr sz="20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11BC243-6FE1-42E4-9D25-8B77A2EE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258568"/>
            <a:ext cx="2011680" cy="3063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DELETE</a:t>
            </a:r>
            <a:endParaRPr sz="1700"/>
          </a:p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595465"/>
                </a:solidFill>
              </a:rPr>
              <a:t>Remove or archive data when allowed.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B273D96-3940-4301-916F-A7C86710963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3053333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01AE4175-D57E-4FA6-ADBC-488B81312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c043261e642e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866E8C6-16E3-49EC-93BD-7ACF5DFA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Development + Testing Tools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7C0A593-3A84-47F6-9551-6E1E9248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These tools helped me build and check the project.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C6FEE5-DA78-4261-BF63-FF45F173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VS Code + Git + GitHub — coding and version control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Postman — manual API testing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Supertest + Node test runner — automated backend integration tests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GitHub Actions — automatic frontend build and backend test checks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52AB1A-997D-42B6-8C4A-110655D57DD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5865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3ECFBA97-AEA7-48DE-95CE-B0A0E347C5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b82865cb493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0C23DC5-2F1E-4C55-88E9-ED5E373C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Deployment Tools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2217CDA-CD3F-47D8-A4E1-5F7B3277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The project is prepared to work outside my computer.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E501780-BBAC-4287-A227-F4E4D699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MongoDB Atlas — cloud database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Render — backend API hosting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Vercel — frontend React hosting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Environment variables connect the three pieces safely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088ECD6-192D-4FAF-8D31-8AD4B8D7A0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693948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47D67373-652B-4027-9DD0-781705972A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37c15364a4a5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3F926A5-7489-470E-993C-38F6478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Other Course Skills I Learned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1C87D1D9-72E4-4ACC-8286-0ECA412A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I did not force every technology into the MVP.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87E4652-3CA7-4046-AA53-660095F8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TypeScript, DOM, GraphQL, and OAuth 2.0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Java / Spring Boot and SQL concepts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NoSQL, Agile workflow, and AI for Software Engineering</a:t>
            </a:r>
            <a:endParaRPr sz="2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A62E570-8CCA-4EA9-A90D-046C04F3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806440"/>
            <a:ext cx="832104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015"/>
          </a:solidFill>
          <a:ln xmlns:a="http://schemas.openxmlformats.org/drawingml/2006/main" w="12700">
            <a:solidFill>
              <a:srgbClr val="111015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4D06B7F-3E1B-4ED8-9CDC-96FE0A79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25312"/>
            <a:ext cx="80467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Good engineering also means choosing the right tool for the project.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E450863-EF62-4C6A-92EC-74349F25509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062480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FB90B1F8-19AB-4E6C-8800-D112D8A141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cd0d88c2649c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A633805-BF01-40DF-ACA9-6EF73A34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Challenges I Faced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1E9246C-8AE6-464E-ADD5-F369539B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These were the areas where I learned the most.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6ED8ADE-97CF-4871-9C85-F47E3521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Connecting MongoDB Atlas correctly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Connecting the React frontend to the Express backend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Understanding JWT authentication and permissions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Preparing CORS and environment variables for deployment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6F8CE47-49C8-4024-A6FD-3DE255A0F34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99030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69AB0801-3A63-4FFA-9A2F-8A622C5A3A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669e75dff43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7C9B531D-18AE-4D43-B000-43E5F7F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How I Worked Through Problems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FC5C47E-2EB4-40C5-AA5D-0524ECEB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I learned a debugging process I can reuse.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334EA8E-11A5-4B23-A869-429E9EC2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Read the exact error message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Test one layer at a time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Use small checks such as /api/health, Postman, or automated tests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Fix the issue, test again, and document what I learned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985D884-F243-47CA-AEDC-2982D8D45E2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450769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99157F74-7268-4AE3-BE38-7967F013FD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f75f0130d4b5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09F5966-ACF0-4B85-844F-6536E86B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Live Demo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9AF3A8C-A101-496A-B20D-39B0885F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I will show the main user story.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EED218D-3527-483F-918A-673840B7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1. Browse and search the equipment catalog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2. Register or log in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3. Submit a borrowing request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4. Open the dashboard and edit or delete the pending request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5. Show staff equipment CRUD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E050EA6-9478-4534-AA1E-9B45C978709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423117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8E9780CD-3E32-45DC-9DE0-91C5B5CC7A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29d7323644d0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48950" y="1333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31F1CCDB-F2B6-4097-9E48-9DD3CF4C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967359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11015"/>
                </a:solidFill>
                <a:latin typeface="Arial"/>
                <a:ea typeface="Arial"/>
                <a:cs typeface="Arial"/>
              </a:rPr>
              <a:t>What I Learned</a:t>
            </a:r>
            <a:endParaRPr sz="30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533AB07-5FA7-4656-9487-DD06ED28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987552"/>
            <a:ext cx="965530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95465"/>
                </a:solidFill>
                <a:latin typeface="Arial"/>
                <a:ea typeface="Arial"/>
                <a:cs typeface="Arial"/>
              </a:rPr>
              <a:t>This project helped the pieces of full-stack development connect for me.</a:t>
            </a:r>
            <a:endParaRPr sz="15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FCEBD0F-2995-491F-B72E-BBB0488C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2768"/>
            <a:ext cx="10241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/>
          </a:lstStyle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Frontend, backend, and database work as one system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Authentication is more than a login form—it includes permissions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CRUD must be connected from the user interface all the way to the database</a:t>
            </a:r>
            <a:endParaRPr sz="2200"/>
          </a:p>
          <a:p xmlns:a="http://schemas.openxmlformats.org/drawingml/2006/main">
            <a:pPr marL="254000" indent="-254000" algn="l">
              <a:buSzPct val="100000"/>
              <a:buChar char="•"/>
            </a:pPr>
            <a:r>
              <a:rPr sz="2200">
                <a:solidFill>
                  <a:srgbClr val="111015"/>
                </a:solidFill>
                <a:latin typeface="Arial"/>
                <a:ea typeface="Arial"/>
                <a:cs typeface="Arial"/>
              </a:rPr>
              <a:t>Testing and deployment are part of building the application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4E18C58-311A-4F2F-9984-328F7A593E3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01400" y="6400800"/>
            <a:ext cx="41148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95465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83741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05CC48DB-807A-4FEC-A924-BD3EF526C3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e84c0e07e4d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8650" y="76200"/>
            <a:ext cx="3314700" cy="33147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1F8B21F-F559-49A3-8303-1AC76A2C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74904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800" b="1">
                <a:solidFill>
                  <a:srgbClr val="FFFFFF"/>
                </a:solidFill>
              </a:rPr>
              <a:t>Thank You!</a:t>
            </a:r>
            <a:endParaRPr sz="38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5CB2B5D-5386-4176-9F67-0CC6E3E2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57200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26D9CF"/>
                </a:solidFill>
              </a:rPr>
              <a:t>Questions?</a:t>
            </a:r>
            <a:endParaRPr sz="26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CB041BE-7D7C-4A68-A4D7-BF03F822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5486400"/>
            <a:ext cx="6949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1493"/>
                </a:solidFill>
              </a:rPr>
              <a:t>Dr. Chantell McDowell  •  Tech It &amp; Go!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3874824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2026-10-09T15:31:52.0710000Z</dcterms:created>
  <dcterms:modified xsi:type="dcterms:W3CDTF">2026-10-09T15:31:52.0710000Z</dcterms:modified>
</coreProperties>
</file>