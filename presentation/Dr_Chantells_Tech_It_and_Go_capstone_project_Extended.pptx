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“Hi everyone, I’m Dr. Chantell McDowell. My capstone is Tech It &amp; Go!, a full-stack technology lending library. I built it to connect my background in libraries and makerspaces with what we learned in this course.”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“If this catalog were open right now, what would you borrow first—3D printer, robotics kit, coding laptop, or something else?” Then connect answers to the project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 did not want to build a generic store or inventory app. The lending-library idea solves a specific access problem and uses CRUD in a meaningful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Point out that pending requests keep the MVP realistic: staff can review a request later instead of the app pretending inventory is automatically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user roles: borrower and staff. Borrowers request resources; staff maintain the equipment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explanation simple: React is what users see; Express is the API; MongoDB stores data; JWT/bcrypt handle authentication; GitHub Actions checks the project; Render/Vercel are the deployment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example: “When I submit a lending request, React sends the form to Express, Express validates it and saves it through Mongoose, MongoDB returns the saved record, and React shows it on my dashboard.”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references briefly: a lesson points to equipment; a lending request points to both a user and equipment. This avoids duplicating full records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transition into the live demo. Mention that the catalog can show fallback demo data if the API is offline, but account and request actions require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CRUD is not just buttons. The backend checks who the user is, what role they have, what record they own, and whether the request is still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explanation for class: hashing protects stored passwords, authentication answers “who are you?”, and authorization answers “what are you allowed to do?”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addresses the rubric. Say: “I did full CRUD twice: one resource for staff equipment and one resource for borrower lending requests.”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sound personal. Explain one or two examples, especially MongoDB credentials vs. Atlas login and the difference between authentication and 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demonstrates your learning process, not just the finished code. Mention that debugging became easier when you stopped treating the whole stack as one giant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matters: the test creates real records in a test MongoDB instance, checks responses, then cleans up. That gave you confidence the CRUD routes work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show your real secrets. Say that GitHub stores examples only; private values belong in local .env or hosting-provider environment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your live-demo checklist. Do not narrate every line of code. Tie each visible action to one concept: React route, API call, JWT, MongoDB persistence, or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good project management includes deciding what NOT to build yet. The Icebox protects the deadline and the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tie-in: this is more than a class assignment. It demonstrates how your library, makerspace, leadership, and software-engineering experiences can work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confidence: “This project helped me see how the pieces of a full-stack application work together. Thank you—and I’d love your questions or feedback.”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282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It &amp; Go!  •  Dr. Chantell McDowell  •  Per Scholas Capstone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pic>
        <p:nvPicPr>
          <p:cNvPr id="5" name="Image 0" descr="/mnt/data/tech_it_go_package/assets/Tech_It_and_Go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10652760" cy="3127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1960" y="4005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0D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CAPSTONE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4480560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technology lending library for makers, educators, nonprofits, and learners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03120" y="52303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D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Chantell McDowell  •  Per Scholas Software Engineering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94760" y="580644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58795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the tech. Build your next big idea.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Built Tech It &amp; Go!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came from a real need I have seen in libraries, makerspaces, and community programs.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411480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017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Makerspaces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programs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partnerships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411480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3017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tools exist, but many schools and nonprofits cannot afford to own every technology kit they need.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17320"/>
            <a:ext cx="73152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Capstone Idea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017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one place to browse equipment, learn how to use it, and request to borrow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5806440"/>
            <a:ext cx="566928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5879592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prompt: What piece of technology would YOU borrow?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emerging technology is often limited by cost, storage, training, and availability.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24028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411480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8288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can be expensive to purchase for one-time or occasional 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08760"/>
            <a:ext cx="224028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508760"/>
            <a:ext cx="73152" cy="411480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148840"/>
            <a:ext cx="18288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may not know what resources are available nearby.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224028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508760"/>
            <a:ext cx="73152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148840"/>
            <a:ext cx="18288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a device is not enough—users also need lesson plans and instructions.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0" y="1508760"/>
            <a:ext cx="2240280" cy="4114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0" y="1508760"/>
            <a:ext cx="73152" cy="411480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55480" y="2148840"/>
            <a:ext cx="18288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need a consistent way to manage equipment and requests.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borrowing journey from discovery to request management.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34440" y="1508760"/>
            <a:ext cx="822960" cy="822960"/>
          </a:xfrm>
          <a:prstGeom prst="ellipse">
            <a:avLst/>
          </a:prstGeom>
          <a:solidFill>
            <a:srgbClr val="FF1B8D"/>
          </a:solidFill>
          <a:ln w="19050">
            <a:solidFill>
              <a:srgbClr val="101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737360"/>
            <a:ext cx="411480" cy="365760"/>
          </a:xfrm>
          <a:prstGeom prst="chevron">
            <a:avLst/>
          </a:prstGeom>
          <a:solidFill>
            <a:srgbClr val="D9D2E6"/>
          </a:solidFill>
          <a:ln w="12700">
            <a:solidFill>
              <a:srgbClr val="D9D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08760"/>
            <a:ext cx="822960" cy="822960"/>
          </a:xfrm>
          <a:prstGeom prst="ellipse">
            <a:avLst/>
          </a:prstGeom>
          <a:solidFill>
            <a:srgbClr val="20D5C2"/>
          </a:solidFill>
          <a:ln w="19050">
            <a:solidFill>
              <a:srgbClr val="1010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44368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44368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details and related lessons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411480" cy="365760"/>
          </a:xfrm>
          <a:prstGeom prst="chevron">
            <a:avLst/>
          </a:prstGeom>
          <a:solidFill>
            <a:srgbClr val="D9D2E6"/>
          </a:solidFill>
          <a:ln w="12700">
            <a:solidFill>
              <a:srgbClr val="D9D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508760"/>
            <a:ext cx="822960" cy="82296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1010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30368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30368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dates and purpose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737360"/>
            <a:ext cx="411480" cy="365760"/>
          </a:xfrm>
          <a:prstGeom prst="chevron">
            <a:avLst/>
          </a:prstGeom>
          <a:solidFill>
            <a:srgbClr val="D9D2E6"/>
          </a:solidFill>
          <a:ln w="12700">
            <a:solidFill>
              <a:srgbClr val="D9D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508760"/>
            <a:ext cx="822960" cy="822960"/>
          </a:xfrm>
          <a:prstGeom prst="ellipse">
            <a:avLst/>
          </a:prstGeom>
          <a:solidFill>
            <a:srgbClr val="A7F3D0"/>
          </a:solidFill>
          <a:ln w="19050">
            <a:solidFill>
              <a:srgbClr val="1010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16368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16368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View, edit, or delete pending requests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0" y="1737360"/>
            <a:ext cx="411480" cy="365760"/>
          </a:xfrm>
          <a:prstGeom prst="chevron">
            <a:avLst/>
          </a:prstGeom>
          <a:solidFill>
            <a:srgbClr val="D9D2E6"/>
          </a:solidFill>
          <a:ln w="12700">
            <a:solidFill>
              <a:srgbClr val="D9D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1508760"/>
            <a:ext cx="822960" cy="822960"/>
          </a:xfrm>
          <a:prstGeom prst="ellipse">
            <a:avLst/>
          </a:prstGeom>
          <a:solidFill>
            <a:srgbClr val="FFD84D"/>
          </a:solidFill>
          <a:ln w="19050">
            <a:solidFill>
              <a:srgbClr val="1010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02368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02368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archive, or remove equipment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43000" y="4754880"/>
            <a:ext cx="9875520" cy="86868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0292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design choice: a request starts as PENDING — it is not automatically a confirmed reservation.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Use It?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designed the app around community technology access.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24612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73152" cy="393192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9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8346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coding, robotics, 3D-printing, and classroom technology kits for lessons and projects.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24612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508760"/>
            <a:ext cx="73152" cy="393192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09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Makerspaces + Nonprofits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148840"/>
            <a:ext cx="28346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limited equipment across programs and connect tools to ready-to-use learning activities.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246120" cy="3931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508760"/>
            <a:ext cx="73152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709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+ Staff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148840"/>
            <a:ext cx="28346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can request tools; staff can manage the catalog and protect equipment workflows.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capstone brings together the full MERN-style workflow we practiced in class.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576072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B8D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481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React + Vite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48132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Pages, forms, routing, state, responsive interface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069848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5C2"/>
                </a:solidFill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Routes, validation, authorization, API responses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10698480" cy="576072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99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999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MongoDB Atlas + Mongoose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99923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Users, equipment, lessons, lending requests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02736"/>
            <a:ext cx="1069848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581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bcrypt + JWT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758184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Password hashing, login tokens, protected routes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61688"/>
            <a:ext cx="10698480" cy="576072"/>
          </a:xfrm>
          <a:prstGeom prst="roundRect">
            <a:avLst/>
          </a:prstGeom>
          <a:solidFill>
            <a:srgbClr val="F2EEFA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171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B8D"/>
                </a:solidFill>
              </a:rPr>
              <a:t>Quality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31720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Supertest + 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517136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Integration tests, build checks, repeatable verification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120640"/>
            <a:ext cx="1069848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276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5C2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5276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Vercel + Render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527608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</a:rPr>
              <a:t>Frontend hosting + backend API hosting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frontend, API, and database each have a different job.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743200" cy="2560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1B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1B8D"/>
                </a:solidFill>
              </a:rPr>
              <a:t>React Frontend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103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Forms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Staff tools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2743200" cy="2560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0D5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D5C2"/>
                </a:solidFill>
              </a:rPr>
              <a:t>Express API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2788920"/>
            <a:ext cx="2103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Routes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Authentication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Authorization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2743200" cy="2560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</a:rPr>
              <a:t>MongoDB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0" y="2788920"/>
            <a:ext cx="2103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Equipment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Lesson plans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Requests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02152" y="2788920"/>
            <a:ext cx="640080" cy="685800"/>
          </a:xfrm>
          <a:prstGeom prst="chevron">
            <a:avLst/>
          </a:prstGeom>
          <a:solidFill>
            <a:srgbClr val="CBC3D8"/>
          </a:solidFill>
          <a:ln w="12700">
            <a:solidFill>
              <a:srgbClr val="CBC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2788920"/>
            <a:ext cx="640080" cy="685800"/>
          </a:xfrm>
          <a:prstGeom prst="chevron">
            <a:avLst/>
          </a:prstGeom>
          <a:solidFill>
            <a:srgbClr val="CBC3D8"/>
          </a:solidFill>
          <a:ln w="12700">
            <a:solidFill>
              <a:srgbClr val="CBC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8404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566"/>
                </a:solidFill>
              </a:rPr>
              <a:t>FETCH / 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3840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566"/>
                </a:solidFill>
              </a:rPr>
              <a:t>MONGOOSE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5212080"/>
            <a:ext cx="62179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528523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 → API request → database response → updated screen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Database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separated the data into four Mongoose models so each piece has a clear purpose.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66360" cy="1874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73152" cy="187452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• email • passwordHash • role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166360" cy="1874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17320"/>
            <a:ext cx="73152" cy="187452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• category • quantity • safety • onSite • archived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5166360" cy="1874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657600"/>
            <a:ext cx="73152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LessonPlan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reference • title • objectives • materials • steps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166360" cy="1874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657600"/>
            <a:ext cx="73152" cy="18745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LendingRequest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29768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+ equipment references • dates • purpose •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can actually see and do in React.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640080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with Tech It &amp; Go! branding and clear call-to-action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catalog with search and filters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detail pages and related lesson plans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login forms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borrower dashboard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edit, and delete pending lending requests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Staff-only equipment management page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styling for different screen sizes</a:t>
            </a:r>
            <a:endParaRPr lang="en-US" sz="1600" dirty="0"/>
          </a:p>
        </p:txBody>
      </p:sp>
      <p:pic>
        <p:nvPicPr>
          <p:cNvPr id="5" name="Image 0" descr="/mnt/data/tech_it_go_package/assets/Tech_It_and_Go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37360"/>
            <a:ext cx="352044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3337560"/>
            <a:ext cx="3520440" cy="192024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D5C2"/>
                </a:solidFill>
              </a:rPr>
              <a:t>Frontend goal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Make the borrowing process feel simple even though several API and database steps happen behind the scenes.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API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protects data and handles the business rules.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41280" cy="758952"/>
          </a:xfrm>
          <a:prstGeom prst="roundRect">
            <a:avLst/>
          </a:prstGeom>
          <a:solidFill>
            <a:srgbClr val="F1EDFA"/>
          </a:solidFill>
          <a:ln w="12700">
            <a:solidFill>
              <a:srgbClr val="DCD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18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B8D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63240" y="1618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Register • Login • Current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1024128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5C2"/>
                </a:solidFill>
              </a:rPr>
              <a:t>Equipment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63240" y="2624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GET all • GET one • POST • PATCH • DELETE/archive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10241280" cy="758952"/>
          </a:xfrm>
          <a:prstGeom prst="roundRect">
            <a:avLst/>
          </a:prstGeom>
          <a:solidFill>
            <a:srgbClr val="F1EDFA"/>
          </a:solidFill>
          <a:ln w="12700">
            <a:solidFill>
              <a:srgbClr val="DCD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Lessons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3630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GET all • GET 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434840"/>
            <a:ext cx="1024128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Requests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46360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GET all • GET one • POST • PATCH • DELETE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65960" y="56235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56967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 example: borrowers can edit or delete only their OWN PENDING requests.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+ Security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added multiple layers so protected actions are not controlled only by the interface.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416052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Passwords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8346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hashes passwords before they are stored. The plain password is not saved in MongoDB.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416052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18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Login Token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28346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login, the API returns a JWT. The frontend sends it with protected requests.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417320"/>
            <a:ext cx="73152" cy="4160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6184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Authorization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28346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checks borrower vs. staff roles and request ownership before allowing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 — The Capstone Requirement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implemented Create, Read, Update, and Delete for both equipment and lending requests.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42316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1B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1B8D"/>
                </a:solidFill>
              </a:rPr>
              <a:t>CREATE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1016" y="25146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2587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1C2B"/>
                </a:solidFill>
              </a:rPr>
              <a:t>New equipment / new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1554480"/>
            <a:ext cx="242316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D5C2"/>
                </a:solidFill>
              </a:rPr>
              <a:t>READ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05656" y="25146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2587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1C2B"/>
                </a:solidFill>
              </a:rPr>
              <a:t>Catalog, details, dashboards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1554480"/>
            <a:ext cx="242316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UPDATE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0296" y="25146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2587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47688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1C2B"/>
                </a:solidFill>
              </a:rPr>
              <a:t>Edit equipment / pending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62288" y="1554480"/>
            <a:ext cx="2423160" cy="3383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F3D0"/>
                </a:solidFill>
              </a:rPr>
              <a:t>DELETE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74936" y="25146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0656" y="25877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82328" y="324612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1C2B"/>
                </a:solidFill>
              </a:rPr>
              <a:t>Delete request / remove or archive equipment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534924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54223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history is protected: items with lending history are archived instead of destroying the record.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 Faced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were the parts that pushed me beyond building individual pages.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27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connection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Atlas users, connection strings, environment variables, and database names.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25880"/>
            <a:ext cx="73152" cy="123444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27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↔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how requests, JSON responses, errors, and saved data move through the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83464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35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JWT state, protected routes, expired sessions, and staff permissions.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834640"/>
            <a:ext cx="73152" cy="12344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035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rules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frontend actions aligned with backend ownership and pending-status rules.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343400"/>
            <a:ext cx="73152" cy="123444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44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CORS and how Vercel, Render, and Atlas need each other’s URLs/settings.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343400"/>
            <a:ext cx="5166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343400"/>
            <a:ext cx="73152" cy="123444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44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498348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clicking manually to one integration test that checks the whole API flow.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Worked Through Those Challenges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process became: isolate the problem, test one layer, then reconnect the full 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261872"/>
            <a:ext cx="530352" cy="530352"/>
          </a:xfrm>
          <a:prstGeom prst="ellipse">
            <a:avLst/>
          </a:prstGeom>
          <a:solidFill>
            <a:srgbClr val="FF1B8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990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Read the error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60520" y="1298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Start with the exact message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221992"/>
            <a:ext cx="530352" cy="530352"/>
          </a:xfrm>
          <a:prstGeom prst="ellipse">
            <a:avLst/>
          </a:prstGeom>
          <a:solidFill>
            <a:srgbClr val="20D5C2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591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Test one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6052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Database, API, or React—not all three at once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182112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192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Use small checks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60520" y="3218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Health route, Postman/API call, console, or test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142232"/>
            <a:ext cx="530352" cy="53035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4178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Connect the layers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0520" y="4178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Run the real user workflow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102352"/>
            <a:ext cx="530352" cy="530352"/>
          </a:xfrm>
          <a:prstGeom prst="ellipse">
            <a:avLst/>
          </a:prstGeom>
          <a:solidFill>
            <a:srgbClr val="FFD84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395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018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Document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60520" y="5138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README + deployment steps + reflection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Quality Checks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added repeatable checks so I am not relying only on a successful browser click.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9184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73152" cy="406908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288036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installs dependencies and runs the Vite production build.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Integration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057400"/>
            <a:ext cx="288036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covers registration, login, permissions, equipment CRUD, request CRUD, ownership, lessons, and MongoDB operations.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9184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4069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Health Check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288036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`/api/health` reports whether the server is running and whether MongoDB is connected.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5669280"/>
            <a:ext cx="635508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5742432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automated frontend build and backend test workflow have passed.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is configured for MongoDB Atlas, Render, and Vercel.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508760" cy="169164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MongoDB Atlas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1C2B"/>
                </a:solidFill>
              </a:rPr>
              <a:t>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487168"/>
            <a:ext cx="548640" cy="502920"/>
          </a:xfrm>
          <a:prstGeom prst="chevron">
            <a:avLst/>
          </a:prstGeom>
          <a:solidFill>
            <a:srgbClr val="D3CCDF"/>
          </a:solidFill>
          <a:ln w="12700">
            <a:solidFill>
              <a:srgbClr val="D3CC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920240"/>
            <a:ext cx="1508760" cy="169164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20D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D5C2"/>
                </a:solidFill>
              </a:rPr>
              <a:t>Render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77640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1C2B"/>
                </a:solidFill>
              </a:rPr>
              <a:t>Express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487168"/>
            <a:ext cx="548640" cy="502920"/>
          </a:xfrm>
          <a:prstGeom prst="chevron">
            <a:avLst/>
          </a:prstGeom>
          <a:solidFill>
            <a:srgbClr val="D3CCDF"/>
          </a:solidFill>
          <a:ln w="12700">
            <a:solidFill>
              <a:srgbClr val="D3CC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920240"/>
            <a:ext cx="1508760" cy="169164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FF1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1B8D"/>
                </a:solidFill>
              </a:rPr>
              <a:t>Vercel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1C2B"/>
                </a:solidFill>
              </a:rPr>
              <a:t>React frontend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2487168"/>
            <a:ext cx="548640" cy="502920"/>
          </a:xfrm>
          <a:prstGeom prst="chevron">
            <a:avLst/>
          </a:prstGeom>
          <a:solidFill>
            <a:srgbClr val="D3CCDF"/>
          </a:solidFill>
          <a:ln w="12700">
            <a:solidFill>
              <a:srgbClr val="D3CC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0" y="1920240"/>
            <a:ext cx="1508760" cy="169164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85248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F3D0"/>
                </a:solidFill>
              </a:rPr>
              <a:t>Users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12680" y="2971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1C2B"/>
                </a:solidFill>
              </a:rPr>
              <a:t>Browser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0" y="4480560"/>
            <a:ext cx="8869680" cy="1005840"/>
          </a:xfrm>
          <a:prstGeom prst="roundRect">
            <a:avLst/>
          </a:prstGeom>
          <a:solidFill>
            <a:srgbClr val="FFF7FB"/>
          </a:solidFill>
          <a:ln w="19050">
            <a:solidFill>
              <a:srgbClr val="FF1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018"/>
                </a:solidFill>
              </a:rPr>
              <a:t>Private values stay outside GitHub: MONGO_URI • MongoDB password • JWT_SECRET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smooth demo sequence keeps the presentation focused on the user experience.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20D5C2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53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90472" y="1380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Open the home page and explain the 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0D5C2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054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0472" y="2432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Browse and filter the equipment catalog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20D5C2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570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0472" y="3483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Open one item and its lesson plan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20D5C2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085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90472" y="45354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Register or log in as a borrower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FF1B8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53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85432" y="1380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Submit a lending request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502920" cy="502920"/>
          </a:xfrm>
          <a:prstGeom prst="ellipse">
            <a:avLst/>
          </a:prstGeom>
          <a:solidFill>
            <a:srgbClr val="FF1B8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5054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85432" y="2432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Show the saved request in the dashboard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FF1B8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5570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3483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Edit and delete a pending request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480560"/>
            <a:ext cx="502920" cy="502920"/>
          </a:xfrm>
          <a:prstGeom prst="ellipse">
            <a:avLst/>
          </a:prstGeom>
          <a:solidFill>
            <a:srgbClr val="FF1B8D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6085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018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45354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C2B"/>
                </a:solidFill>
              </a:rPr>
              <a:t>Switch to staff and show equipment CRUD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5715000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57881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rule: explain WHAT you are doing, then one sentence about HOW the code makes it happen.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Icebox / What I Would Build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kept the MVP focused, but the project can grow into a much larger lending system.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59436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checkout and return workflow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Date-based inventory and reservation conflicts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reminders and due-date notifications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 checkout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/ saved equipment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view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analytics and impact reporting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uploads and richer equipment media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45920"/>
            <a:ext cx="3749040" cy="347472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1010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D5C2"/>
                </a:solidFill>
              </a:rPr>
              <a:t>Why an Icebox?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0100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It helped me separate the features required for a strong MVP from ideas that could distract me from finishing the core full-stack workflow.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Capstone Shows About 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It &amp; Go! connects my previous professional experience with my new software engineering skills.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73152" cy="4069080"/>
          </a:xfrm>
          <a:prstGeom prst="rect">
            <a:avLst/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18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292608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started from a real access problem instead of building features without a purpose.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20D5C2"/>
          </a:solidFill>
          <a:ln w="12700">
            <a:solidFill>
              <a:srgbClr val="2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18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057400"/>
            <a:ext cx="292608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connected React, Express, MongoDB, authentication, CRUD, testing, and deployment preparation.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3756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7EA"/>
            </a:solidFill>
            <a:prstDash val="solid"/>
          </a:ln>
          <a:effectLst>
            <a:outerShdw sx="100000" sy="100000" kx="0" ky="0" algn="bl" rotWithShape="0" blurRad="19050" dist="50800" dir="2700000">
              <a:srgbClr val="CBC4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4069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18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Technologist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292608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long-term goal is to use technology to expand learning, makerspace access, and opportunity.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55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ch_it_go_package/assets/Tech_It_and_Go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94360"/>
            <a:ext cx="10241280" cy="2971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6120" y="3931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194560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0D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• Feedback • What would you borrow first?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0" y="5623560"/>
            <a:ext cx="4892040" cy="365760"/>
          </a:xfrm>
          <a:prstGeom prst="roundRect">
            <a:avLst>
              <a:gd name="adj" fmla="val 20000"/>
            </a:avLst>
          </a:prstGeom>
          <a:solidFill>
            <a:srgbClr val="FF1B8D"/>
          </a:solidFill>
          <a:ln w="12700">
            <a:solidFill>
              <a:srgbClr val="FF1B8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03320" y="5696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Chantell McDowell  •  Tech It &amp; Go!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 Scholas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It &amp; Go! Capstone Presentation</dc:title>
  <dc:subject>Per Scholas Full-Stack Capstone Presentation</dc:subject>
  <dc:creator>Dr. Chantell McDowell</dc:creator>
  <cp:lastModifiedBy>Dr. Chantell McDowell</cp:lastModifiedBy>
  <cp:revision>1</cp:revision>
  <dcterms:created xsi:type="dcterms:W3CDTF">2026-10-07T18:01:06Z</dcterms:created>
  <dcterms:modified xsi:type="dcterms:W3CDTF">2026-10-07T18:01:06Z</dcterms:modified>
</cp:coreProperties>
</file>